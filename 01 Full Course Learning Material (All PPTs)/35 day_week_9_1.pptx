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25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2000" dirty="0"/>
              <a:t>Word2vec,Continuous BOW, Continuous Skip-gram</a:t>
            </a:r>
          </a:p>
          <a:p>
            <a:pPr marL="0" indent="0"/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462726458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Word2vec, Continuous BOW , Continuous Skip-gram</a:t>
                      </a:r>
                      <a:endParaRPr lang="en-US" sz="1300" b="1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a Word Embedding?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word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numeric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representation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a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Instead of treating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symbols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convert them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"cat" → [0.2, -0.5, 0.8, 0.1, ...] (300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dimensions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idea: Similar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have similar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"cat" and "dog" are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close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together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space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can process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Not One-Hot Encoding?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One-hot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encoding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single 1.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"cat" → [0, 0, 1, 0, 0, 0, ...]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"dog" → [0, 0, 0, 1, 0, 0, ...]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Problems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Huge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(vocab = 50,000 → 50K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dimensions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All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equally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distant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(no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relationships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"cat" and "dog" = completely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different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Wastes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memory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slow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Tiny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(300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dimensions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enough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Similar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similar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Captures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meaning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relationships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Fast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efficient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Word2Vec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Word2Vec: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Algorithm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learn word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idea: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appearing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together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have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related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meanings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"cat" often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"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meow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animal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approaches: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1. CBOW (Continuous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-of-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2. 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same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Dense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representing word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meaning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300-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dimensional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capturing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semantic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relationships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CBOW - Continuous Bag of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CBOW: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center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surrounding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Sentence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"The cat sat on the mat"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[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"cat"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Window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/right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[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[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v_sat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Average: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v_sat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/ 2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Output: 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Softmax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"cat"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Loss: Cross-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predicted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actual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</a:t>
            </a:r>
          </a:p>
          <a:p>
            <a:pPr algn="l"/>
            <a:endParaRPr sz="1400" b="1" dirty="0">
              <a:solidFill>
                <a:srgbClr val="4CAE9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word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where similar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CBOW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"The" → Embedding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lookup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v_The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"sat" → Embedding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lookup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v_sat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Projection: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Average: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v_sat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/ 2 → Hidden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(300-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Dense(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vocab_size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Softmax → Probability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distribution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Highest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probability: "cat"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Target: "cat" (one-hot)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Loss: -log(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p_cat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minimize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Optimize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Update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embeddings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word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Discard rest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CBOW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(1/2w) × Σ v(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 for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context window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Where: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averaged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v(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c_i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context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w = window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2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w=2)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(1/2w) =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average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(sum / count)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p(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word|context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(W ×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b)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Where: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W =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hidden_size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vocab_size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b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bias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convert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distribution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 = -log(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p_actual_word|context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Skip-Gram - Predict Context from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Opposite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CBOW.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center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Center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"cat"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"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"sat" (context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Input: "cat" →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v_cat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Output: 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Softmax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"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Loss: Cross-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entropy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Repeat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each context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difference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CBOW: Many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One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Many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outputs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often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better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datasets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Skip-Gram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center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"cat" → Embedding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lookup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v_cat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(300-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dim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Hidden: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Dense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(no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activation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300-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dim</a:t>
            </a: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Dense(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vocab_size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→ Softmax → Probability of context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Top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"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"sat", "on", "the", "mat"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For each context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Compute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loss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Total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Sum of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losses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all context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Optimize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Backprop → Update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Extract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Word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Skip-Gram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 err="1">
                <a:solidFill>
                  <a:srgbClr val="E7E7E7"/>
                </a:solidFill>
                <a:latin typeface="Source Code Pro"/>
              </a:rPr>
              <a:t>y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_c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(W ×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b)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Where: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center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W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matrix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hidden_size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vocab_size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b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bias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distribution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words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Loss for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 = -log(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p_context_word|center_word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Total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L_total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Σ -log(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p_context_i|center_word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for all context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window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Optimization: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Stochastic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SGD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Update W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maximize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true context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words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CBOW vs Skip-Gram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CBOW: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Multiple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context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Single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center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Speed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Smaller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datasets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Intuition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neighbors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Single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center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Multiple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context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Speed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Slower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training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datasets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rare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Intuition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neighbors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Empirically: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better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tasks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captures rare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CBOW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good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quick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prototypes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Choice: Usually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pick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Skip-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Negative Sampling - Speedup Trick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Problem: Softmax over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entire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vocabulary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 50,000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computing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expensive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Negative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Instead of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50K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sample: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- 1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positive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(true context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negative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(random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Total: 1 + k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(usually k=5-20)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1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positive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1 (binary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k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negatives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Loss: Sum of binary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cross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entropy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50x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Quality: Nearly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identical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full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 = -log(sigmoid(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·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)) - Σ log(sigmoid(-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·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v_negative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Hierarchical Softmax - Another Speedup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Alternative to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negative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Organize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vocabulary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binary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one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Navigate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left,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left,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...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At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Binary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Depth: log(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vocab_size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≈ 16 (not 50K!)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O(log vocab) instead of O(vocab).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case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vocabularies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(1M+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Trade-off: Negative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sampling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simpler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hierarchical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slightly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better.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Word Embeddings - Semantic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capture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semantic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relationships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works: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v("king") - v("man") + v("woman") ≈ v("queen")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v("Paris") - v("France") + v("Italy") ≈ v("Rome")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v("good") - v("better") ≈ v("bad") - v("worse")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similar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contexts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have similar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Math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relationships emerge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automatically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Applications: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Find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similar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nearest neighbors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Analogies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solve word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puzzles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Transfer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use pre-trained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magic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why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so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powerful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Using Pre-trained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Training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scratch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requires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Available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Word2Vec (Google): Trained on 100B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(Google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News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GloVe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(Stanford): Trained on 42B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Common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Crawl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FastText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(Facebook): Works on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subword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handles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typos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How to use: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1. Download pre-trained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embeddings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2. Load into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lookup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table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3. Use in your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Embedding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points to pre-trained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vectors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4. Option: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Freeze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(don't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tune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Result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Better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performance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less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Pre-trained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GloVe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sentiment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analysis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Word Embeddings Applications &amp;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Applications: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✓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sentiment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topic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✓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Machine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translation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encode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source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language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✓ Chatbots and Q&amp;A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✓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Recommendation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systems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item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descriptions)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✓ Named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entity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recognition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✓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Search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information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retrieval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Production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Store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database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Fast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similarity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search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k-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nearest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neighbors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Hexora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customer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query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matching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Future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Transformers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GPT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replaced Word2Vec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Context-dependent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same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different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powerful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slower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Still uses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internally</a:t>
            </a: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Takeaway: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Embeddings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foundation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NLP!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1848</Words>
  <Application>Microsoft Office PowerPoint</Application>
  <PresentationFormat>Widescreen</PresentationFormat>
  <Paragraphs>300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36</cp:revision>
  <dcterms:created xsi:type="dcterms:W3CDTF">2026-03-05T18:59:57Z</dcterms:created>
  <dcterms:modified xsi:type="dcterms:W3CDTF">2026-05-03T20:02:27Z</dcterms:modified>
</cp:coreProperties>
</file>