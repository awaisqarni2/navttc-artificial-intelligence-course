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58" r:id="rId3"/>
    <p:sldId id="257" r:id="rId4"/>
    <p:sldId id="275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5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E530A6E-4ED8-E9CF-A35E-5E4D5D6A7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B113993-6107-7FFF-7333-55BA15A75E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BBE5FD32-9CB6-EE0E-E53B-C1546F2140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6053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6E969B7-6F75-CE90-6A16-984ED28E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C2E1510-867B-EB03-A300-F1FF4F9CD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50C90C2-45B3-8425-5F47-78C518C55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703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D3114DA-BBD7-ED99-D76A-70912B434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5FCC17A-30CA-2550-B49F-03F6CB98C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85F304B-CCA3-9440-F724-E5B6DA9A3D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427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D8B0565-75A3-F535-0EA8-CC2E522A6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12EBAE-AE71-8F9C-3EDD-372B78F6BF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FF6ED5-8345-F226-24C5-877E114CC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71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CA1DB0C-82FE-C63B-FB02-FE73430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8014724-6500-186E-0FD8-AD929F82C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4D8D34E-7C9D-7CA7-FCF1-B146CA37E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602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CB25CC-BC15-9B8A-E286-AE800567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1D05371-8019-5763-9498-1212B58F9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A2B6F66A-6261-792A-D532-768F2C741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1080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7E7DDBF9-1A5A-33F1-D0CB-13C465AC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2A10DB2-44B2-D632-706E-C49D0AF33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33AAC0D-1E59-5DAF-B0EC-E6232E7B4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08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8AE23D3-3AFA-700B-BA11-278ABED8F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5BBAB68-F5FC-8041-9989-0179F5EB1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30AEDA3A-5C2C-0247-72B0-33E810FD3E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422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8A2789B-3A5F-2984-7DE6-35BCAB9E7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5B830D0-39EC-C6DA-D645-890B9D73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57FDA8D-6E02-AEEE-EFD4-34AA6DCC3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339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72C0525-07DB-3B26-898F-57C09690B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4D538AC-FD26-FA97-8B41-167C897F37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96F463FA-6E68-A106-C48D-FEAFEE5E4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508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7C98704-AB38-C5CE-1952-C0899088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F8234D1-F285-BBBF-70A9-FCBA699CF3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EEAE7EA-73AE-4897-C74A-204FAE75DE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4898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Sequence Models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Week 9 day 5</a:t>
            </a:r>
            <a:endParaRPr dirty="0">
              <a:solidFill>
                <a:schemeClr val="accent4"/>
              </a:solidFill>
            </a:endParaRP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540159970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1 to 1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1 to Many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Many to 1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Many to Many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Introduction to Sequence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Deep learning models process data by mapping an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input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an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output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Sequence models specialize in handling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variable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lengths of data gracefully.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We categorize these networks by their input and output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size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ratios.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defines whether we are predicting a single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value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or a continuous chain.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AE09901-1EA4-1281-E9D0-75400B034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One-to-One Architecture (1:1)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is a standard neural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network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with no sequential memory attached.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maps one fixed-size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input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strictly to one fixed-size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output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Formula: $y = f(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Wx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+ b)$ where $x$ is a single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feature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vector.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There is absolutely no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recurrent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loop or hidden state used here.</a:t>
            </a:r>
          </a:p>
        </p:txBody>
      </p:sp>
    </p:spTree>
    <p:extLst>
      <p:ext uri="{BB962C8B-B14F-4D97-AF65-F5344CB8AC3E}">
        <p14:creationId xmlns:p14="http://schemas.microsoft.com/office/powerpoint/2010/main" val="366433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93EF743-37DF-61A5-E507-BEE9CB67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One-to-One Business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Hexora uses a 1:1 model for standard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image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classification tasks.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single uploaded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photo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enters the standard convolutional network once.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model processes it and outputs one single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category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prediction.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successfully identifies if the specific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product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authentic or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fake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668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DDBB3FB-1E1D-5346-0FB9-55028EA8A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One-to-Many Architecture (1:N)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architecture takes a single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input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generates a continuous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sequence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initial data is fed into the network just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once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at the very beginning.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hidden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state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then loops to produce multiple consecutive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predictions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Output length: $N$ timesteps generated from $1$ single starting point.</a:t>
            </a:r>
          </a:p>
        </p:txBody>
      </p:sp>
    </p:spTree>
    <p:extLst>
      <p:ext uri="{BB962C8B-B14F-4D97-AF65-F5344CB8AC3E}">
        <p14:creationId xmlns:p14="http://schemas.microsoft.com/office/powerpoint/2010/main" val="317401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EC5CC58-C86D-B3EF-39BE-FB3282AB8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One-to-Many Business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media company uses this for automated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image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caption generation.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single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photograph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acts as the initial context for the network.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model then outputs a descriptive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sentence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containing multiple consecutive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provides automated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accessibility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features for visually impaired users.</a:t>
            </a:r>
          </a:p>
        </p:txBody>
      </p:sp>
    </p:spTree>
    <p:extLst>
      <p:ext uri="{BB962C8B-B14F-4D97-AF65-F5344CB8AC3E}">
        <p14:creationId xmlns:p14="http://schemas.microsoft.com/office/powerpoint/2010/main" val="3483430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C4F5C0FC-1DBC-A7CC-FAC6-09829C35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Many-to-One Architecture (N:1)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7113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model reads a full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sequence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but only outputs a single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prediction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network continuously updates its hidden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memory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as new steps arrive.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final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calculation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happens only after the last element is fully processed.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Input shape is $(Batch, Timesteps, Features)$ while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output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$(Batch, Features)$.</a:t>
            </a:r>
          </a:p>
        </p:txBody>
      </p:sp>
    </p:spTree>
    <p:extLst>
      <p:ext uri="{BB962C8B-B14F-4D97-AF65-F5344CB8AC3E}">
        <p14:creationId xmlns:p14="http://schemas.microsoft.com/office/powerpoint/2010/main" val="721575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7C055C9-C156-1F68-35AF-7995F54A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Many-to-One Business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An e-commerce platform uses this for customer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sentiment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analysis.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network reads an entire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review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spanning dozens of separate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words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After processing the complete thought, it outputs one single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binary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score.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instantly routes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angry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customers directly to human support agents.</a:t>
            </a:r>
          </a:p>
        </p:txBody>
      </p:sp>
    </p:spTree>
    <p:extLst>
      <p:ext uri="{BB962C8B-B14F-4D97-AF65-F5344CB8AC3E}">
        <p14:creationId xmlns:p14="http://schemas.microsoft.com/office/powerpoint/2010/main" val="2683934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F3C24B5-FA2A-A20C-CFEF-E96090FCD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Many-to-Many Architecture (Aligned N:N)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Both the input and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output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sequences share the exact same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length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network generates a brand new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prediction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at every single time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step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memory state updates continuously while producing a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simultaneous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output.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Shape mapping: $N$ input timesteps directly equal $N$ output timesteps.</a:t>
            </a:r>
          </a:p>
        </p:txBody>
      </p:sp>
    </p:spTree>
    <p:extLst>
      <p:ext uri="{BB962C8B-B14F-4D97-AF65-F5344CB8AC3E}">
        <p14:creationId xmlns:p14="http://schemas.microsoft.com/office/powerpoint/2010/main" val="1924674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27396EA-B3CB-5765-A2BF-6067CF0C0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Many-to-Many Business Example (Aligned)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financial firm uses this for real-time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stock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market algorithmic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trading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Every single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day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historical price data enters the continuous network.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model outputs a buy or sell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signal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that exact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moment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It processes streams of data and reacts instantly without any delay.</a:t>
            </a:r>
          </a:p>
        </p:txBody>
      </p:sp>
    </p:spTree>
    <p:extLst>
      <p:ext uri="{BB962C8B-B14F-4D97-AF65-F5344CB8AC3E}">
        <p14:creationId xmlns:p14="http://schemas.microsoft.com/office/powerpoint/2010/main" val="8200228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72B9FC64-41CB-FD68-6031-A0DC2CA1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Many-to-Many Architecture (Encoder-Decoder N:M)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dirty="0">
                <a:solidFill>
                  <a:srgbClr val="E7E7E7"/>
                </a:solidFill>
                <a:latin typeface="Source Code Pro"/>
              </a:rPr>
              <a:t>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he input and output lengths can be completely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different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from each other.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An encoder completely reads the first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sequence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into a fixed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context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vector.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decoder then uses that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vector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generate a brand new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chain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This requires waiting for the full input before generating any outputs.</a:t>
            </a:r>
          </a:p>
        </p:txBody>
      </p:sp>
    </p:spTree>
    <p:extLst>
      <p:ext uri="{BB962C8B-B14F-4D97-AF65-F5344CB8AC3E}">
        <p14:creationId xmlns:p14="http://schemas.microsoft.com/office/powerpoint/2010/main" val="1839216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DE327A70-EE1E-F9B1-7E12-EFB56B1C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Many-to-Many Business Example (Encoder-Decoder)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Google uses this exact architecture for complex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language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translation services.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 user inputs a five-word English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sentence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into the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encoder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network.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decoder translates this into a seven-word Spanish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phrase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output.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The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grammar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structures require looking at the entire sentence before translating.</a:t>
            </a:r>
          </a:p>
        </p:txBody>
      </p:sp>
    </p:spTree>
    <p:extLst>
      <p:ext uri="{BB962C8B-B14F-4D97-AF65-F5344CB8AC3E}">
        <p14:creationId xmlns:p14="http://schemas.microsoft.com/office/powerpoint/2010/main" val="59340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07031FE-2C94-6428-17AF-2EFF6FBA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Sequence Architecture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1463040"/>
            <a:ext cx="8229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Always map your business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problem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to the correct input and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output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dimensions.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Use 1:N </a:t>
            </a:r>
            <a:r>
              <a:rPr sz="1400">
                <a:solidFill>
                  <a:srgbClr val="E7E7E7"/>
                </a:solidFill>
                <a:latin typeface="Source Code Pro"/>
              </a:rPr>
              <a:t>for</a:t>
            </a:r>
            <a:r>
              <a:rPr lang="en-US" sz="1400">
                <a:solidFill>
                  <a:srgbClr val="E7E7E7"/>
                </a:solidFill>
                <a:latin typeface="Source Code Pro"/>
              </a:rPr>
              <a:t> text</a:t>
            </a:r>
            <a:r>
              <a:rPr sz="140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generation, N:1 for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classification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and N:M for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translation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Misaligning your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architecture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shapes will cause immediate matrix multiplication errors.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Remember to configure your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Keras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layers using the </a:t>
            </a:r>
            <a:r>
              <a:rPr sz="1400" dirty="0" err="1">
                <a:solidFill>
                  <a:srgbClr val="E7E7E7"/>
                </a:solidFill>
                <a:latin typeface="Source Code Pro"/>
              </a:rPr>
              <a:t>return_sequences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parameter accordingly.</a:t>
            </a:r>
          </a:p>
        </p:txBody>
      </p:sp>
    </p:spTree>
    <p:extLst>
      <p:ext uri="{BB962C8B-B14F-4D97-AF65-F5344CB8AC3E}">
        <p14:creationId xmlns:p14="http://schemas.microsoft.com/office/powerpoint/2010/main" val="101200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803</Words>
  <Application>Microsoft Office PowerPoint</Application>
  <PresentationFormat>Widescreen</PresentationFormat>
  <Paragraphs>133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Bebas Neue</vt:lpstr>
      <vt:lpstr>Calibri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Week 9 day 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Awais Qarni</cp:lastModifiedBy>
  <cp:revision>34</cp:revision>
  <dcterms:created xsi:type="dcterms:W3CDTF">2026-03-05T18:59:57Z</dcterms:created>
  <dcterms:modified xsi:type="dcterms:W3CDTF">2026-05-03T20:03:00Z</dcterms:modified>
</cp:coreProperties>
</file>