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10" r:id="rId24"/>
    <p:sldId id="306" r:id="rId25"/>
    <p:sldId id="307" r:id="rId26"/>
    <p:sldId id="308" r:id="rId27"/>
    <p:sldId id="309" r:id="rId28"/>
    <p:sldId id="259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NLP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25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627108839"/>
              </p:ext>
            </p:extLst>
          </p:nvPr>
        </p:nvGraphicFramePr>
        <p:xfrm>
          <a:off x="968901" y="2328148"/>
          <a:ext cx="10272000" cy="37309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to NLP, Real-World Use Cases, and Pipeline Architectures.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Syntax, Semantics, Pragmatics, and Discourse (The NLP Evolutionary Curve).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Data Pre-processing: Noise Removal, Tokenization, and Normalization.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Toolkits: Introduction to NLTK vs.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spaCy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(Setup and Model Management).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NLP? -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5350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Computers understand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Humans speak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language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is the bridge between the two.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stands for Natural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Language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Processing.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teaches machines to: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Read and understand text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Interpret meaning behind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Generate human-like responses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world examples you use daily: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Google Search → understands your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query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Gmail spam filter → reads your emails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ChatGPT → generates language like a human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is the reason AI can talk to us.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Four Levels of Language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 understand language, a machine must process it at 4 levels: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Level 1: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Syntax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Grammar and sentence structure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Level 2: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Semantics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Meaning of words and sentences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Level 3: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Pragmatics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Meaning in context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Level 4: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Discourse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Understanding across multiple sentences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like building a house: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Syntax =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(walls and beams)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Semantics = the rooms (what each part means)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Pragmatics = how people actually live in it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Discourse = the whole neighborhood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Syntax - The Grammar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1" y="1463040"/>
            <a:ext cx="8263343" cy="352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Syntax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studies the rules that govern sentence structure.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answers: Is this sentence grammatically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correct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Correct: "The cat sat on the mat."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Incorrect: "Sat mat the on cat the."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NLP task -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Parsing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Breaking a sentence into its grammatical parts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Subject, Verb, Object, etc.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 for NLP: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 machine needs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process language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Without syntax rules, text is just random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Parsing helps extract who did what to whom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Syntax - Parse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ParseTree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the grammatical structure visually.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sentence: "The dog chased the cat."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structure: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 (Sentence)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* NP (Noun Phrase): "The dog"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* VP (Verb Phrase): "chased the cat"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* V (Verb): "chased"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* NP: "the cat"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types of parsing in NLP: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Constituency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Parsing → groups words into phrases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Dependency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Parsing → shows which words depend on others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can generate dependency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parses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137" y="570297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Semantics - What Does It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3137" y="1751798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Semantics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study of meaning in language.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Syntax tells us IF a sentence is correct.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Semantics tells us WHAT the sentence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means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- Syntactically correct but semantically weird: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"Colorless green ideas sleep furiously." (Noam Chomsky)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Grammatically perfect → Meaningless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semantic tasks in NLP: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WordSenseDisambiguation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"bank" (river or money?)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Word Sense Disambiguation (WSD) is a core Natural Language Processing (NLP) task that determines which meaning (sense) of a polysemous word is used in a specific context. By analyzing surrounding words.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Semantic Similarity → "car" and "automobile" mean the same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Semantic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Role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Labeling → who did what to whom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Challenge: Same word, different meanings (polysemy).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Semantics - Word Meaning in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Modern NLP represents meaning using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vector is just a list of numbers.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big idea: Similar words have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similar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vectors.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Famous example (Word2Vec):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king - man + woman =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queen</a:t>
            </a:r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means the model learned: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king and queen share a "royalty" dimension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man and woman share a "gender" dimension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relationship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them is captured mathematically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called a 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WordEmbedding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converts human meaning into numbers a machine can use.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Pragmatics - Language in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Pragmatics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studies how context affects meaning.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Same words → completely different meaning depending on situation.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1 - Sarcasm: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"Oh great, another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bug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the code."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Literal meaning: positive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Actual meaning: frustration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2 - Indirect speech: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"Can you pass the salt?"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Literal: asking about ability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Actual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meaning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please pass the salt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it's hard for machines: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Requires real-world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knowledge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Requires understanding tone and culture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Context changes everything — machines struggle here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Discourse - Beyond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Discourse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study of language across multiple sentences.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single sentence is easy. A full paragraph is harder.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Challenge - Coreference: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"Ali went to the store. He bought bread."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Who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 → Ali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 machine must link "He" back to "Ali"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called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Coreference</a:t>
            </a:r>
            <a:r>
              <a:rPr lang="en-US" sz="1400" b="1" dirty="0">
                <a:solidFill>
                  <a:srgbClr val="4CAE9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Resolution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Other discourse tasks: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Coherence → Does the paragraph make logical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Discourse markers → "however", "therefore", "because"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Topic modeling → What is the overall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document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about?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All modern LLMs (like ChatGPT) solve discourse at massive scale.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NLP Progress - A Brief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did not start with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ChatGPT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has a long journey.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1950s - Rule-based systems: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Humans wrote grammar rules manually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Brittle and limited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1990s -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Statistical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NLP: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Learn patterns from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HMMs, Naive Bayes, n-grams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2013 -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Word2Vec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Words as vectors, meaning in numbers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2017 -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Transformers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"Attention is All You Need" paper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Completely changed NLP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2020-Now - Large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Language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GPT, BERT, LLaMA, Claude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Human-level language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NLP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is one of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fastest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growing fields in AI.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Current trends: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LLMs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(Large Language Models) are becoming multimodal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Combining text + images + audio + video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Upcoming challenges: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Hallucination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models generate false but confident answers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Bias in language models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Low-resource languages (Urdu, Punjabi, etc.)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Future directions: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Real-time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reasoning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planning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Multilingual models for all world languages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Smaller, efficient models (run on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phone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Explainable NLP → WHY did the model say that?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Pakistan-specific opportunity: Urdu NLP is still underdeveloped!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Pre-process Text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Raw text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messy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Machines need clean input.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raw input: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"HELLO!!! This is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sooo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  GREAT... right?? 😊 #nlp"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Problems in raw text: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Extra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whitespace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weird formatting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Uppercase vs lowercase inconsistency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Punctuation that adds no meaning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Stopwords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like "is", "the", "a" (useless for analysis)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Emojis, HTML tags, special characters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Pre-processing goal: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Keep only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meaningful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parts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Reduce noise so the model learns the right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 of thumb: Garbage in → Garbage out.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Good pre-processing = better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The </a:t>
            </a:r>
            <a:r>
              <a:rPr sz="3200" b="1" dirty="0">
                <a:solidFill>
                  <a:srgbClr val="FFFFFF"/>
                </a:solidFill>
                <a:latin typeface="Source Code Pro"/>
              </a:rPr>
              <a:t>NLP Pre-processing 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data follows a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pipeline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before entering any model.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Lowercasing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"Hello" and "hello" are the same word → unify them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Tokenization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Split text into individual words/tokens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Remove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Punctuation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Commas, periods, exclamation marks → usually useless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Remove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Stopwords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Filter out "the", "is", "at", "which", "on"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Stemming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Lemmatization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"running" → "run", "studies" → "study"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Order matters! Always lowercase BEFORE tokenizing.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Stopwords - What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Stopwords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common words that carry almost no meaning.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"the", "a", "is", "in", "on", "and", "of"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remove them?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They appear in EVERY document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They don't help distinguish one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document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another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Removing them reduces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speeds up processing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- Before stopword removal: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"The students are learning in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classroom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today."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stopword removal: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"students learning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classroom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today"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meaning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preserved. The noise is gone.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provides a built-in stopwords list for 20+ languages.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Stemming vs Lemmatization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reduce words to their base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But differently.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Stemming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(fast, rough):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Cuts off word endings using rules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"running" → "run"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"studies"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studi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(not a real word!)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Tool: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PorterStemmer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NLTK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Lemmatization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(slow, accurate):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Uses dictionary to find actual root 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"running" → "run"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"better" → "good" (understands context)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Tool: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WordNetLemmatizer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NLTK / </a:t>
            </a:r>
            <a:r>
              <a:rPr sz="1400" b="1" dirty="0" err="1">
                <a:solidFill>
                  <a:srgbClr val="BD64B5"/>
                </a:solidFill>
                <a:latin typeface="Source Code Pro"/>
              </a:rPr>
              <a:t>SpaCy</a:t>
            </a:r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Which to use?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Stemming → fast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prototypes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speed matters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Lemmatization → production systems, accuracy matters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8236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Introduction to NLTK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 (classic python </a:t>
            </a:r>
            <a:r>
              <a:rPr lang="en-US" sz="3200" b="0" dirty="0" err="1">
                <a:solidFill>
                  <a:srgbClr val="FFFFFF"/>
                </a:solidFill>
                <a:latin typeface="Source Code Pro"/>
              </a:rPr>
              <a:t>nlp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 library)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5773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NLTK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Natural Language Toolkit.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classic Python library for NLP — built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teaching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Install: pip install nltk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What NLTK gives you: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Tokenizers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split text into words or sentences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Stopword lists → 20+ languages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Stemmers and Lemmatizers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POS Taggers → label each word's grammar role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Corpora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built-in text datasets for practice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Learning NLP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concepts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step by step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Understanding each stage of the pipeline manually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Academic and educational use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makes the invisible visible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— perfect for class demos.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C59C1-1564-9C19-A510-11636837722F}"/>
              </a:ext>
            </a:extLst>
          </p:cNvPr>
          <p:cNvSpPr txBox="1"/>
          <p:nvPr/>
        </p:nvSpPr>
        <p:spPr>
          <a:xfrm>
            <a:off x="5956300" y="1046798"/>
            <a:ext cx="6235700" cy="5307863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nltk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nltk.corpus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stopwords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nltk.tokenize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word_tokenize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Download necessary NLTK data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(only need to run this once)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nltk.download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punkt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nltk.download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stopwords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nltk.download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punkt_tab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Get English </a:t>
            </a:r>
            <a:r>
              <a:rPr lang="en-US" b="0" dirty="0" err="1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stopwords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stop_words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stopwords.words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english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cleaned_text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cleaned_data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"Hello World This is some text with HTML tags URLs like and numbers like It also has extra spaces and special characters"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Tokenize the cleaned text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word_tokens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word_tokenize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cleaned_data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Remove </a:t>
            </a:r>
            <a:r>
              <a:rPr lang="en-US" b="0" dirty="0" err="1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stopwords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filtered_sentence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 </a:t>
            </a:r>
            <a:r>
              <a:rPr lang="en-US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w </a:t>
            </a:r>
            <a:r>
              <a:rPr lang="en-US" b="0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word_tokens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w.lower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stop_words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"Original cleaned text:"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cleaned_data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"Tokenized text:"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word_tokens</a:t>
            </a:r>
            <a:r>
              <a:rPr lang="en-US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"Text after 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stopword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 removal:"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filtered_sentence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303" y="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Introduction to </a:t>
            </a:r>
            <a:r>
              <a:rPr sz="3200" b="0" dirty="0" err="1">
                <a:solidFill>
                  <a:srgbClr val="FFFFFF"/>
                </a:solidFill>
                <a:latin typeface="Source Code Pro"/>
              </a:rPr>
              <a:t>SpaCy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9510" y="1505495"/>
            <a:ext cx="11715389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81A81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industrial-strength NLP library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Built for real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systems, not just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demos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1st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Install: pip install spacy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|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Then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download lang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python -m spacy download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en_core_web_sm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nlp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spacy.load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('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en_core_web_sm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’)   | then pass clean data =&gt; doc =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nlp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cleaned_text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What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gives you: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Lightning fast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tokenization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parsing</a:t>
            </a:r>
          </a:p>
          <a:p>
            <a:r>
              <a:rPr sz="1400" dirty="0">
                <a:solidFill>
                  <a:srgbClr val="E7E7E7"/>
                </a:solidFill>
                <a:latin typeface="Source Code Pro"/>
              </a:rPr>
              <a:t>* Named Entity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Recognition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(NER) built-in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//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NLP technique that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automatically identifies and classifies key information with in unstructured text into predefined categories like names, organizations, locations, dates values. It transforms raw text into structured data.</a:t>
            </a:r>
            <a:endParaRPr sz="1400" dirty="0">
              <a:solidFill>
                <a:srgbClr val="E7E7E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Dependency parsing and POS tagging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//</a:t>
            </a:r>
            <a:r>
              <a:rPr lang="en-US" sz="1400" dirty="0">
                <a:solidFill>
                  <a:srgbClr val="0070C0"/>
                </a:solidFill>
                <a:latin typeface="Source Code Pro"/>
              </a:rPr>
              <a:t>Dependency parsing =&gt; A syntactic analysis technique that identifies grammatical relationships between words in a sentence, establishing "head-dependent" links to form a tree structure.</a:t>
            </a:r>
          </a:p>
          <a:p>
            <a:pPr algn="l"/>
            <a:r>
              <a:rPr lang="en-US" sz="1400" b="1" dirty="0">
                <a:solidFill>
                  <a:srgbClr val="0070C0"/>
                </a:solidFill>
                <a:latin typeface="Source Code Pro"/>
              </a:rPr>
              <a:t>Part-of-Speech (POS) </a:t>
            </a:r>
            <a:r>
              <a:rPr lang="en-US" sz="1400" dirty="0">
                <a:solidFill>
                  <a:srgbClr val="0070C0"/>
                </a:solidFill>
                <a:latin typeface="Source Code Pro"/>
              </a:rPr>
              <a:t>tagging in NLP: is the process of marking up words in a text as corresponding to a particular part of speech (noun, verb, adjective, etc.) based on its definition and context.</a:t>
            </a:r>
            <a:endParaRPr sz="1400" dirty="0">
              <a:solidFill>
                <a:srgbClr val="0070C0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Pre-trained language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models</a:t>
            </a:r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Real projects and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freelance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work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When speed and accuracy both matter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Building NLP APIs and pipelines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wraps the whole pipeline into one clean object.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 line of code does what NLTK needs 10 lines to do.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66887-58B5-9C38-5C98-A82D8DFE0FDC}"/>
              </a:ext>
            </a:extLst>
          </p:cNvPr>
          <p:cNvSpPr txBox="1"/>
          <p:nvPr/>
        </p:nvSpPr>
        <p:spPr>
          <a:xfrm>
            <a:off x="97101" y="408215"/>
            <a:ext cx="121441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SpaCy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is an open-source software library for advanced natural language processing, written in Python and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Cython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. It's designed specifically for production use, offering impressive speed and efficiency for tasks like tokenization, named entity recognition, part-of-speech tagging, dependency parsing, and more. Unlike NLTK, which is often used for teaching and research,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SpaCy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aims to provide a streamlined experience for building real-world NLP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NLTK vs </a:t>
            </a:r>
            <a:r>
              <a:rPr sz="3200" b="0" dirty="0" err="1">
                <a:solidFill>
                  <a:srgbClr val="FFFFFF"/>
                </a:solidFill>
                <a:latin typeface="Source Code Pro"/>
              </a:rPr>
              <a:t>SpaCy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 -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are Python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libraries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Different philosophy.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NLTK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Step-by-step, manual control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Great for learning each concept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Slower but transparent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Best for: students,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researchers</a:t>
            </a:r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81A81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Automated pipeline, production-ready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Great for building real systems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Faster and more accurate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Best for: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developers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industry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Recommendation for this course: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Learn concepts with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NLTK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first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Then see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 it automatically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Both are important to know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Think: NLTK = teaching kitchen.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restaurant kitchen.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426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Noise Removal - 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692682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text data contains many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types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noise.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noise sources: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HTML tags: &lt;b&gt;hello&lt;/b&gt; → should be just "hello"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URLs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https://google.com → usually remove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Numbers: often irrelevant unless context matters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Emojis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special characters: 😊 → remove or convert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Extra whitespace: "hello   world" → "hello world"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Repeated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characters: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sooooo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good" → "so good"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Python regex handles most of these: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re.sub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r'http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\S+', '', text)    # remove URLs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re.sub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(r'[^a-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zA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-Z\s]', '', text) #keep only letters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cleaner the input →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smarter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EAE7F-D3C9-8008-B19C-55CFF16A428D}"/>
              </a:ext>
            </a:extLst>
          </p:cNvPr>
          <p:cNvSpPr txBox="1"/>
          <p:nvPr/>
        </p:nvSpPr>
        <p:spPr>
          <a:xfrm>
            <a:off x="6658813" y="1737594"/>
            <a:ext cx="5378756" cy="4750018"/>
          </a:xfrm>
          <a:prstGeom prst="rect">
            <a:avLst/>
          </a:prstGeom>
          <a:ln>
            <a:solidFill>
              <a:schemeClr val="accent6">
                <a:lumMod val="75000"/>
                <a:lumOff val="2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re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9A5D7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remove_noise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text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Remove HTML tags (if any)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text =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re.sub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'&lt;.*?&gt;'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Remove URLs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text =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re.sub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'https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?://\S+|www\.\S+'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Remove mentions and hashtags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text =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re.sub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'@\w+|#\w+'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Remove numbers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text =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re.sub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'\d+'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Remove punctuation and special characters,</a:t>
            </a:r>
            <a:b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</a:br>
            <a: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      keeping alphanumeric and spaces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text =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re.sub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'[^\w\s]'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Replace multiple spaces with a single space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text =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re.sub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'\s+'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 '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.strip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050" b="0" dirty="0">
                <a:solidFill>
                  <a:srgbClr val="C99CC6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text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# Example usage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noisy_text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"Hello World! This is some text with &lt;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br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&gt; HTML tags, URLs like https://example.com, @mentions, #hashtags, and numbers like 123. It also has   extra spaces and special characters!!!"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cleaned_text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remove_noise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noisy_text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"Original text:"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noisy_text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"Cleaned text:"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05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cleaned_text</a:t>
            </a:r>
            <a:r>
              <a:rPr lang="en-US" sz="105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121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What Do NLTK and </a:t>
            </a:r>
            <a:r>
              <a:rPr sz="3200" b="0" dirty="0" err="1">
                <a:solidFill>
                  <a:srgbClr val="FFFFFF"/>
                </a:solidFill>
                <a:latin typeface="Source Code Pro"/>
              </a:rPr>
              <a:t>SpaCy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 Actually Output?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Pre-processing is not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destination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is the starting point.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and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produce structured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Clean token lists → ["student", "learn",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", "today"]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POS tags → [("student", "NN"), ("learn", "VB")]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Named Entities → [("Karachi", "GPE"), ("Google", "ORG")]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Dependency trees → which word depends on which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Lemmatized forms → ["run", "study", "good"]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These outputs answer one question for the model: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"What are the meaningful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units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this text?"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Without this step, a model sees: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"The students are learning!!!" → messy, inconsistent, noisy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 this step, it sees: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["student", "learn"] →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clean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structured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ready to learn from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C8677-B208-34F5-1212-2DC78799CBE7}"/>
              </a:ext>
            </a:extLst>
          </p:cNvPr>
          <p:cNvSpPr txBox="1"/>
          <p:nvPr/>
        </p:nvSpPr>
        <p:spPr>
          <a:xfrm>
            <a:off x="1612900" y="950535"/>
            <a:ext cx="9410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E7E7E7"/>
                </a:solidFill>
                <a:latin typeface="Source Code Pro"/>
              </a:rPr>
              <a:t>["student", "learn"] → </a:t>
            </a:r>
            <a:r>
              <a:rPr lang="en-US" sz="1800" b="1" dirty="0">
                <a:solidFill>
                  <a:srgbClr val="94EE6B"/>
                </a:solidFill>
                <a:latin typeface="Source Code Pro"/>
              </a:rPr>
              <a:t>clean</a:t>
            </a:r>
            <a:r>
              <a:rPr lang="en-US" sz="18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800" b="1" dirty="0">
                <a:solidFill>
                  <a:srgbClr val="EC7955"/>
                </a:solidFill>
                <a:latin typeface="Source Code Pro"/>
              </a:rPr>
              <a:t>structured data</a:t>
            </a:r>
            <a:r>
              <a:rPr lang="en-US" sz="1800" dirty="0">
                <a:solidFill>
                  <a:srgbClr val="E7E7E7"/>
                </a:solidFill>
                <a:latin typeface="Source Code Pro"/>
              </a:rPr>
              <a:t>, ready to learn from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1717-1B3A-B599-8A73-B241F9F60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184294"/>
            <a:ext cx="10272000" cy="763600"/>
          </a:xfrm>
        </p:spPr>
        <p:txBody>
          <a:bodyPr/>
          <a:lstStyle/>
          <a:p>
            <a:r>
              <a:rPr lang="en-US" dirty="0"/>
              <a:t>What is Vector, Dense Vector 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7088BB9-8050-5632-6D9B-0D38A8E4B9D8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01117" y="917117"/>
            <a:ext cx="11375700" cy="1118319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In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NLP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and 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 a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vector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is simply an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ordered list of numbers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that represents a piece of information (like a word or a document).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Think of a vector as a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coordinate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in a multi-dimensional map.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rgbClr val="E6E8F0"/>
              </a:solidFill>
              <a:latin typeface="Google Sans"/>
            </a:endParaRPr>
          </a:p>
          <a:p>
            <a:pPr marL="0" lvl="0" indent="0">
              <a:lnSpc>
                <a:spcPct val="100000"/>
              </a:lnSpc>
              <a:buClrTx/>
              <a:buSzTx/>
            </a:pPr>
            <a:r>
              <a:rPr lang="en-US" sz="1400" dirty="0"/>
              <a:t>In NLP, a </a:t>
            </a:r>
            <a:r>
              <a:rPr lang="en-US" b="1" dirty="0">
                <a:solidFill>
                  <a:srgbClr val="FF0000"/>
                </a:solidFill>
              </a:rPr>
              <a:t>dense vector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is </a:t>
            </a:r>
            <a:r>
              <a:rPr lang="en-US" sz="1400" dirty="0"/>
              <a:t>a numerical representation where </a:t>
            </a:r>
            <a:r>
              <a:rPr lang="en-US" sz="1400" b="1" dirty="0"/>
              <a:t>most (or all) of the values are non-zero</a:t>
            </a:r>
            <a:r>
              <a:rPr lang="en-US" dirty="0"/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3E6BA6-AFF9-DFB9-2ECE-094BD0408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03" y="2124978"/>
            <a:ext cx="6106208" cy="3905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7E4762-72FA-E20D-57C3-8FA1F6D04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071" y="3698777"/>
            <a:ext cx="7066961" cy="305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73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From Tokens to Numbers - </a:t>
            </a:r>
            <a:r>
              <a:rPr sz="3200" b="1" dirty="0">
                <a:solidFill>
                  <a:srgbClr val="FFFFFF"/>
                </a:solidFill>
                <a:latin typeface="Source Code Pro"/>
              </a:rPr>
              <a:t>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3757" y="1342724"/>
            <a:ext cx="796153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Models cannot read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tokens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They only understand numbers.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NLTK/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cleans the text, the next step is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vectorization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1 - Bag of Words: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Build a vocabulary of all unique tokens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Represent each sentence as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count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vector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"student learn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→ [0, 1, 1, 0, 1, 0, ...]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2 - TF-IDF: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Count tokens BUT penalize very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common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Rare but important words get higher scores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TFIDF value: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High	Highly important and unique to this document.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Low	Either rare in this document or too common across all documents.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Zero	The word appears in every single document in the corpus.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Method 3 - Word Embeddings (Word2Vec):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Each token becomes a dense vector of 100-300 numbers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Similar meanings → similar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vectors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how text becomes a matrix a neural network can train 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64F86-C2F6-817E-354E-82E1BC3BC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76" y="-48260"/>
            <a:ext cx="3916862" cy="2179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45FBF6-9761-F676-F19D-5D52602DE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476" y="2045362"/>
            <a:ext cx="4164215" cy="2179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C72E9F-02DF-A876-CF39-9FF71A77B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476" y="4134015"/>
            <a:ext cx="4244523" cy="284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309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Building a Training Dataset with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Imagine training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detector. Here is the full flow.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Collect raw emails (thousands of them)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Label them → spam = 1, not spam = 0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Pre-process with NLTK/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Lowercase all text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Remove punctuation and stopwords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Lemmatize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remaining words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Vectorize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convert tokens to TF-IDF matrix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Feed into model: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X =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vectorized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email text (input features)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 = the spam label (target output)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6: Model trains on this X, y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dataset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NLTK/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output IS the training data.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 pre-processing → no training → no model.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Real Project - Sentiment Analysis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real example used in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industry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every day.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Goal: Classify a review as positive or negative.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Raw input: "This product is AMAZING!! Highly recommend 😊"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1 - NLTK Pre-processing: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Lowercase → "this product is amazing highly recommend"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Remove stopwords → "product amazing highly recommend"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Lemmatize → ["product", "amazing", "high", "recommend"]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2 - Vectorize → TF-IDF or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Word2Vec</a:t>
            </a:r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3 - Model sees numbers, predicts: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Output: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Positive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(probability 0.94)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exact pipeline runs inside: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Amazon product reviews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Google Play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ratings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Twitter sentiment trackers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Our NLTK code from class = the foundation of these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systems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NLP Outputs Feed Into Deep Learning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Pre-processing is not just for classical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Even deep learning models like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BERT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GPT need it.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BERT: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cleans and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tokenizes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text first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 special tokenizer (BPE) then converts to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subword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tokens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Tokens map to IDs → fed into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transformer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GPT: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Raw text is pre-processed and tokenized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Each token becomes an embedding vector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 model predicts the NEXT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token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each step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insight: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Classical ML → needs heavy manual pre-processing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Deep Learning → does more automatically BUT still needs clean input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Transformers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have their own tokenizers built on NLP principles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Everything you learned today still applies at the highest level.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3588</Words>
  <Application>Microsoft Office PowerPoint</Application>
  <PresentationFormat>Widescreen</PresentationFormat>
  <Paragraphs>529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Arial</vt:lpstr>
      <vt:lpstr>Bebas Neue</vt:lpstr>
      <vt:lpstr>Calibri</vt:lpstr>
      <vt:lpstr>Comfortaa</vt:lpstr>
      <vt:lpstr>Courier New</vt:lpstr>
      <vt:lpstr>Fira Code</vt:lpstr>
      <vt:lpstr>Google Sans</vt:lpstr>
      <vt:lpstr>Google Sans Text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Vector, Dense Vector ?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joyiashab267@gmail.com</cp:lastModifiedBy>
  <cp:revision>95</cp:revision>
  <dcterms:created xsi:type="dcterms:W3CDTF">2026-03-05T18:59:57Z</dcterms:created>
  <dcterms:modified xsi:type="dcterms:W3CDTF">2026-04-17T09:26:42Z</dcterms:modified>
</cp:coreProperties>
</file>