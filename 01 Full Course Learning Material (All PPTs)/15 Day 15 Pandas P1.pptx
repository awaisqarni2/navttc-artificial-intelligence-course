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8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5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8AFFE66-5FD3-C1EB-D4E0-9C96A8739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D94950C-A82E-D6B7-2EE0-26E00BFD0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90F2EAF-A245-E537-46FE-B5B3D500F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4220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ECA482D-3788-7E83-DDF1-11E227C0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63A1F7E-0C53-0E0E-C86A-5BCF1B7AF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714536C-EA1A-280F-E768-C04B71908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4154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00F3333C-34F1-58C6-FC76-17F50D31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CEF2700-5E46-E645-D9AD-4D485B832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5A2D00C-FFDB-101B-1E1C-ECB263F0F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3230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AFDB50B-6C20-A80C-6D16-B52277B7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48CC6054-A59C-E12B-7029-9ABEF0A00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DBDC74B-1DAB-176E-342A-F9696049F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008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AE5528E-B042-BC58-3516-E4C58BD6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9485391-46E4-B617-5698-787481866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5ABB7DB-2B67-09B9-941E-267BA71C9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1774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CACF098-4040-FB80-AC27-D0B839BF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409B23B-BFCD-FA72-01B8-18E3B453A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BF98D4A-BE5E-D056-F225-879210A9B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8742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DE32048-6A48-6206-A6DD-39B91D2F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F098B1F-A367-054A-D773-FF9E3B83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71CC71B-0EA4-98C8-30B9-BA364A89AB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7847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Pandas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15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NumPy Indexing, Broadcasting &amp; Universal Functions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04133616"/>
              </p:ext>
            </p:extLst>
          </p:nvPr>
        </p:nvGraphicFramePr>
        <p:xfrm>
          <a:off x="968901" y="2328148"/>
          <a:ext cx="10272000" cy="45234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Series &amp; DataFrame –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Creation, data input (CSV, Excel, JSON), selection &amp; indexing (rows, columns, conditional selection, subset selection, index setting)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Operations on DataFrames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– Head &amp; tail, unique values, value counts, custom functions (apply), column &amp; index names, sorting &amp; ordering, null value check, value replacement, dropping rows/columns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Missing Data Handling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– Identifying missing values, dropping, filling (mean, median, mode), forward/backward fill, practical use cases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AB9BE4-FBB2-46A0-29D0-42CDEB40C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CE1C392-ADAB-CB31-4EE1-C4DD40120E5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 err="1">
                <a:solidFill>
                  <a:srgbClr val="FF0000"/>
                </a:solidFill>
              </a:rPr>
              <a:t>Numpy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for numerical operations ( i.e. mean, median, mode)</a:t>
            </a:r>
          </a:p>
          <a:p>
            <a:pPr marL="0" indent="0"/>
            <a:r>
              <a:rPr lang="en-US" sz="1600" b="1" dirty="0">
                <a:solidFill>
                  <a:srgbClr val="FF0000"/>
                </a:solidFill>
              </a:rPr>
              <a:t>Pandas </a:t>
            </a:r>
            <a:r>
              <a:rPr lang="en-US" sz="1600" b="1" dirty="0">
                <a:solidFill>
                  <a:schemeClr val="tx1"/>
                </a:solidFill>
              </a:rPr>
              <a:t>for inspecting datasets and preprocessing on structured data.</a:t>
            </a:r>
          </a:p>
          <a:p>
            <a:pPr marL="0" indent="0"/>
            <a:endParaRPr lang="en-US" sz="1600" b="1" dirty="0">
              <a:solidFill>
                <a:srgbClr val="FF0000"/>
              </a:solidFill>
            </a:endParaRPr>
          </a:p>
          <a:p>
            <a:pPr marL="0" indent="0"/>
            <a:r>
              <a:rPr lang="en-US" sz="1600" b="1" dirty="0">
                <a:solidFill>
                  <a:srgbClr val="FF0000"/>
                </a:solidFill>
              </a:rPr>
              <a:t>What is Pandas?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Pandas is a Python library for </a:t>
            </a:r>
            <a:r>
              <a:rPr lang="en-US" sz="1600" b="1" dirty="0">
                <a:solidFill>
                  <a:schemeClr val="tx1"/>
                </a:solidFill>
              </a:rPr>
              <a:t>data analysis and manipulation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It provides high-performance data structures and tools to work with structured data easily.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Why we use it: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load, clean, manipulate, and analyze tabular data. It handles heterogeneous(multiple types) data, missing values, and large datasets efficiently.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Real-life usage examples: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Analyzing sales or customer data in Excel-like format. Processing stock prices or cryptocurrency data. Cleaning survey or experimental data for research.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18003-AAFA-C8D5-FF62-088195344861}"/>
              </a:ext>
            </a:extLst>
          </p:cNvPr>
          <p:cNvSpPr txBox="1"/>
          <p:nvPr/>
        </p:nvSpPr>
        <p:spPr>
          <a:xfrm>
            <a:off x="4606893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Introduction to Pandas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CE2D5C5-93A5-5A54-A571-2E9874564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A42FFB83-E3F4-F38E-99EE-A3A13F726F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4B5230A5-6B8F-9A89-AA35-8648A64B426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Pandas Series: </a:t>
            </a:r>
          </a:p>
          <a:p>
            <a:pPr marL="0" indent="0"/>
            <a:r>
              <a:rPr lang="en-US" sz="1600" dirty="0">
                <a:solidFill>
                  <a:srgbClr val="FFFF00"/>
                </a:solidFill>
              </a:rPr>
              <a:t>One-dimensional labeled array </a:t>
            </a:r>
            <a:r>
              <a:rPr lang="en-US" sz="1600" dirty="0">
                <a:solidFill>
                  <a:schemeClr val="tx1"/>
                </a:solidFill>
              </a:rPr>
              <a:t>(like a column in Excel). Holds data along with labels (index).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Why we use it:</a:t>
            </a:r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dirty="0"/>
              <a:t>When you have a single variable to track (</a:t>
            </a:r>
          </a:p>
          <a:p>
            <a:r>
              <a:rPr lang="en-US" sz="1600" dirty="0"/>
              <a:t>e.g., list of prices, marks, or ages).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chemeClr val="bg2"/>
                </a:solidFill>
              </a:rPr>
              <a:t>Real-life example:</a:t>
            </a:r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/>
              <a:t>Stock prices for one company over time.</a:t>
            </a:r>
          </a:p>
          <a:p>
            <a:r>
              <a:rPr lang="en-US" sz="1600" dirty="0"/>
              <a:t>Students’ scores in one subject.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9EB724-C5BB-D6AE-0BC1-666A9D9E0B15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Series and DataFrame &amp; Data Input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29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58DE675-713D-D143-CBF3-22E8D1F9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AC47E457-FA35-F3CD-B51F-27793A0C0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EB2C4533-51CF-FBC9-6190-43D624772A2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Pandas DataFrame: </a:t>
            </a:r>
          </a:p>
          <a:p>
            <a:pPr marL="0" indent="0"/>
            <a:r>
              <a:rPr lang="en-US" sz="1600" dirty="0">
                <a:solidFill>
                  <a:srgbClr val="FFFF00"/>
                </a:solidFill>
              </a:rPr>
              <a:t>Two-dimensional labeled data structure </a:t>
            </a:r>
            <a:r>
              <a:rPr lang="en-US" sz="1600" dirty="0">
                <a:solidFill>
                  <a:schemeClr val="tx1"/>
                </a:solidFill>
              </a:rPr>
              <a:t>(like a table in Excel).Each column can have different data types (int, float, string).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Why we use it: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handle multiple variables at once.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Allows you to query,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filter, and summarize easily.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Real-life example: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Customer dataset: Name, Age, City, Purchase Amount.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Sales dataset: Date, Product, Units Sold, Revenue.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0C313-FC49-4E66-B4F2-CBDFC79DBB9D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Pandas DataFrame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22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4DDD18A-A638-A78B-ACDB-5AC26989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85BA465-32A8-41E1-9C0B-2C96BE0A32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5208A77-00FC-FC15-F331-CFF542C25F3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Pandas DataFrame: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Pandas can read data from CSV, Excel, JSON, SQL, and more.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Why we use it: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load real-world data into Python for analysis.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Real-life example: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Reading historical stock prices from a CSV file.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Loading survey responses for analysis.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2C211-B1D1-B476-9528-87ED29C56C87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Data Input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8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BAD32-425E-03DA-0F05-6E6ED1E3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7A84E05D-4F70-282E-D2C6-14C98D637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D9715E1-6348-320B-CD2C-A2CDC74BAD6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Rows and Columns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Access rows using .loc (label-based) or .iloc (integer position).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Access columns by column names.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Conditional Selection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Filter data based on conditions.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Example: df[df['Age'] &gt; 25] → selects all rows where Age &gt; 25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Subset Selection</a:t>
            </a:r>
            <a:endParaRPr lang="en-US" sz="1600" dirty="0">
              <a:solidFill>
                <a:schemeClr val="accent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Choose specific rows and columns together.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Index Setting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You can set a column as the index for easy lookup.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Example: Student ID as index to quickly find records.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ACF518-1D9B-D074-F5D3-B92EFD1B7650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Selection and Indexing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91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B4D6B13-1342-330D-AD8D-B9054216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5CB75E3F-4AC6-E8E5-5461-13C8AF03A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FAD9E76-7756-A5D0-C3ED-0A7663C8871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tx2"/>
                </a:solidFill>
              </a:rPr>
              <a:t>Inspecting Data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.head() → shows first few rows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.tail() → shows last few rows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Understanding Data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.unique() → list of unique values in a column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.value_counts() → count of each unique value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Column and Index Info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.columns → list of all column names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.index → index labels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4CA80-9CD5-A9A2-3FC0-8717E93886D9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Operations on DataFrames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58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2AE0507-B0D4-25A6-7103-DD7F9693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031DC2E2-0ACA-ED51-F31B-DF1371FDE8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7CBEFFCB-DD3E-4E74-061B-0BDF970A145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Sorting and Ordering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Sort by values in one column (.sort_values)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Sort by index (.sort_index)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Handling Data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Check null/missing values (.isnull())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Replace values (.replace())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Drop rows/columns (.drop())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Apply custom functions (.apply() for column-wise or row-wise operations)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Real-life example: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Sorting products by revenue to find top sellers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Counting the number of customers in each city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Filling missing ages with the average 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7772E1-0396-80D8-54D0-200CB4A25671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Operations on DataFrames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58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27F1E8-A940-3888-2482-67F4C7BF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995E309F-E282-BF3C-CF1E-0A198529C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6E71D51-2AB8-5A98-10F9-E370AAF1A76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5"/>
                </a:solidFill>
              </a:rPr>
              <a:t>What is Missing Data?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Some datasets have empty or null values due to incomplete collection.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2"/>
                </a:solidFill>
              </a:rPr>
              <a:t>Why handle it: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Missing data can break calculations or give incorrect analysis.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How we handle it: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Drop missing values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Remove rows or columns that have missing data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Fill missing values: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Replace with mean, median, mode, or a custom value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Forward/Backward fill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Replace missing value with previous or next value in the column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012621-AC00-7F66-12D2-C911C36F2161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Missing Data &amp; Its Handling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78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919</Words>
  <Application>Microsoft Office PowerPoint</Application>
  <PresentationFormat>Widescreen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15 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19</cp:revision>
  <dcterms:created xsi:type="dcterms:W3CDTF">2026-03-05T18:59:57Z</dcterms:created>
  <dcterms:modified xsi:type="dcterms:W3CDTF">2026-05-18T04:59:21Z</dcterms:modified>
</cp:coreProperties>
</file>