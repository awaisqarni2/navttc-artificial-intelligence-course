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8" r:id="rId2"/>
    <p:sldId id="271" r:id="rId3"/>
    <p:sldId id="257" r:id="rId4"/>
    <p:sldId id="261" r:id="rId5"/>
    <p:sldId id="263" r:id="rId6"/>
    <p:sldId id="277" r:id="rId7"/>
    <p:sldId id="278" r:id="rId8"/>
    <p:sldId id="280" r:id="rId9"/>
    <p:sldId id="279" r:id="rId10"/>
    <p:sldId id="270" r:id="rId11"/>
    <p:sldId id="288" r:id="rId12"/>
    <p:sldId id="281" r:id="rId13"/>
    <p:sldId id="282" r:id="rId14"/>
    <p:sldId id="283" r:id="rId15"/>
    <p:sldId id="284" r:id="rId16"/>
    <p:sldId id="285" r:id="rId17"/>
    <p:sldId id="286" r:id="rId18"/>
    <p:sldId id="287"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81" d="100"/>
          <a:sy n="81" d="100"/>
        </p:scale>
        <p:origin x="60" y="7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1080A1-25AF-44F9-B9FC-846B56E8AF93}" type="datetimeFigureOut">
              <a:rPr lang="en-US" smtClean="0"/>
              <a:t>4/18/2026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78644C-CC2A-4074-AD7C-F89233257D10}" type="slidenum">
              <a:rPr lang="en-US" smtClean="0"/>
              <a:t>‹#›</a:t>
            </a:fld>
            <a:endParaRPr lang="en-US"/>
          </a:p>
        </p:txBody>
      </p:sp>
    </p:spTree>
    <p:extLst>
      <p:ext uri="{BB962C8B-B14F-4D97-AF65-F5344CB8AC3E}">
        <p14:creationId xmlns:p14="http://schemas.microsoft.com/office/powerpoint/2010/main" val="2381289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13be7910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213be7910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9" name="Google Shape;42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70183E1-5E85-12DC-3740-0DC692E0344B}"/>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A181C792-C9C6-DE62-9C2E-27937A1BDF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4D0AB646-400F-D172-9CD1-84E709F4C4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753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E3F3D9D3-5A94-AE09-8AB4-62B4941B7336}"/>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DA7727F4-E1A4-5828-1BB3-2096D49AC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F7BD190B-724F-EEA6-0F11-7A8C1D4E72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627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D9E82F5-C27C-8A89-8144-6F55F08BD983}"/>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C9225201-CE0E-4949-7AD4-0913C789D1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25EC227B-8961-43ED-B7A4-70B1127A25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5650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8659DFD7-0899-16B8-61C5-032839A94774}"/>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20D74CA0-F429-4451-C1FE-38811353A2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3252F1FE-C21D-2AC4-8D2D-D10A46A31D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2588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2162573e21f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B8F27115-5910-D8FE-7CBF-B036EC171B06}"/>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CF170A16-FF9A-3EDC-2558-7B19931795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283CA9E7-7AA4-0DC7-15E2-3D7176AC1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7011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6E2102CD-33CA-D0E3-A7E9-C01B5E746B76}"/>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E7B66B4C-F59E-F62B-AB81-78D3F64C83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78DEED10-674C-D15C-392D-7F3B043EE5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1773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ED09ED2E-F42A-35FF-1589-36F0509F6E1E}"/>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095C861E-E50C-89ED-6A06-5CCB0753F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31761FA8-F32C-7835-BD84-143AF9C8E8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8157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70D9BFBF-87D7-ECEB-C804-CA4CCFC12BC9}"/>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62F9A24B-84E1-0BD9-EE8B-3B90E7E07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5B6F9A13-C39B-F419-1EE6-072D5E8FC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1450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40B1710D-BD19-25C6-2A19-D6479419C421}"/>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578BBD64-12E1-565B-34AF-DAD96366D6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E9042A23-D187-E142-C64B-3C6E71AF40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8684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BF4F93EC-3720-13F1-DBFD-7FA18167D6AC}"/>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3104DEA6-1E2C-D09E-6273-3FB2AFA3E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F785BC5B-D7F6-23DA-8FC7-04536BCF2D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3369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5C3375D4-1C49-B839-D4E4-1892773B42D9}"/>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EDCB0DA4-6213-E7A9-6CD1-5ABD49E39C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1AB370C0-A46F-F186-EDFD-0B02D80957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0829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047651" y="3021933"/>
            <a:ext cx="8847600" cy="16032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title" idx="2" hasCustomPrompt="1"/>
          </p:nvPr>
        </p:nvSpPr>
        <p:spPr>
          <a:xfrm>
            <a:off x="1317484" y="1800733"/>
            <a:ext cx="2202800" cy="1221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latin typeface="Fira Code"/>
                <a:ea typeface="Fira Code"/>
                <a:cs typeface="Fira Code"/>
                <a:sym typeface="Fira Code"/>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4" name="Google Shape;14;p3"/>
          <p:cNvSpPr txBox="1">
            <a:spLocks noGrp="1"/>
          </p:cNvSpPr>
          <p:nvPr>
            <p:ph type="subTitle" idx="1"/>
          </p:nvPr>
        </p:nvSpPr>
        <p:spPr>
          <a:xfrm>
            <a:off x="2773533" y="4625133"/>
            <a:ext cx="8058400" cy="377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 name="Google Shape;15;p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 name="Google Shape;16;p3"/>
          <p:cNvGrpSpPr/>
          <p:nvPr/>
        </p:nvGrpSpPr>
        <p:grpSpPr>
          <a:xfrm>
            <a:off x="11085100" y="470667"/>
            <a:ext cx="630800" cy="248667"/>
            <a:chOff x="7059675" y="514525"/>
            <a:chExt cx="473100" cy="186500"/>
          </a:xfrm>
        </p:grpSpPr>
        <p:cxnSp>
          <p:nvCxnSpPr>
            <p:cNvPr id="17" name="Google Shape;17;p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9" name="Google Shape;19;p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516710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 name="Google Shape;22;p4"/>
          <p:cNvGrpSpPr/>
          <p:nvPr/>
        </p:nvGrpSpPr>
        <p:grpSpPr>
          <a:xfrm>
            <a:off x="11186383" y="239908"/>
            <a:ext cx="648524" cy="167587"/>
            <a:chOff x="-890300" y="1406550"/>
            <a:chExt cx="806088" cy="208200"/>
          </a:xfrm>
        </p:grpSpPr>
        <p:sp>
          <p:nvSpPr>
            <p:cNvPr id="23" name="Google Shape;23;p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4"/>
          <p:cNvSpPr txBox="1">
            <a:spLocks noGrp="1"/>
          </p:cNvSpPr>
          <p:nvPr>
            <p:ph type="body" idx="1"/>
          </p:nvPr>
        </p:nvSpPr>
        <p:spPr>
          <a:xfrm>
            <a:off x="960000" y="1621000"/>
            <a:ext cx="10272000" cy="37516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Font typeface="Nunito Light"/>
              <a:buChar char="●"/>
              <a:defRPr sz="1600"/>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endParaRPr/>
          </a:p>
        </p:txBody>
      </p:sp>
    </p:spTree>
    <p:extLst>
      <p:ext uri="{BB962C8B-B14F-4D97-AF65-F5344CB8AC3E}">
        <p14:creationId xmlns:p14="http://schemas.microsoft.com/office/powerpoint/2010/main" val="10376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0" name="Google Shape;30;p5"/>
          <p:cNvGrpSpPr/>
          <p:nvPr/>
        </p:nvGrpSpPr>
        <p:grpSpPr>
          <a:xfrm>
            <a:off x="11186383" y="239908"/>
            <a:ext cx="648524" cy="167587"/>
            <a:chOff x="-890300" y="1406550"/>
            <a:chExt cx="806088" cy="208200"/>
          </a:xfrm>
        </p:grpSpPr>
        <p:sp>
          <p:nvSpPr>
            <p:cNvPr id="31" name="Google Shape;31;p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 name="Google Shape;34;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txBox="1">
            <a:spLocks noGrp="1"/>
          </p:cNvSpPr>
          <p:nvPr>
            <p:ph type="subTitle" idx="1"/>
          </p:nvPr>
        </p:nvSpPr>
        <p:spPr>
          <a:xfrm>
            <a:off x="705672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36" name="Google Shape;36;p5"/>
          <p:cNvSpPr txBox="1">
            <a:spLocks noGrp="1"/>
          </p:cNvSpPr>
          <p:nvPr>
            <p:ph type="subTitle" idx="2"/>
          </p:nvPr>
        </p:nvSpPr>
        <p:spPr>
          <a:xfrm>
            <a:off x="211426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37" name="Google Shape;37;p5"/>
          <p:cNvSpPr txBox="1">
            <a:spLocks noGrp="1"/>
          </p:cNvSpPr>
          <p:nvPr>
            <p:ph type="subTitle" idx="3"/>
          </p:nvPr>
        </p:nvSpPr>
        <p:spPr>
          <a:xfrm>
            <a:off x="6651249"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38" name="Google Shape;38;p5"/>
          <p:cNvSpPr txBox="1">
            <a:spLocks noGrp="1"/>
          </p:cNvSpPr>
          <p:nvPr>
            <p:ph type="subTitle" idx="4"/>
          </p:nvPr>
        </p:nvSpPr>
        <p:spPr>
          <a:xfrm>
            <a:off x="1708483"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8479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1" name="Google Shape;41;p6"/>
          <p:cNvGrpSpPr/>
          <p:nvPr/>
        </p:nvGrpSpPr>
        <p:grpSpPr>
          <a:xfrm>
            <a:off x="11186383" y="239908"/>
            <a:ext cx="648524" cy="167587"/>
            <a:chOff x="-890300" y="1406550"/>
            <a:chExt cx="806088" cy="208200"/>
          </a:xfrm>
        </p:grpSpPr>
        <p:sp>
          <p:nvSpPr>
            <p:cNvPr id="42" name="Google Shape;42;p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1697565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6"/>
        <p:cNvGrpSpPr/>
        <p:nvPr/>
      </p:nvGrpSpPr>
      <p:grpSpPr>
        <a:xfrm>
          <a:off x="0" y="0"/>
          <a:ext cx="0" cy="0"/>
          <a:chOff x="0" y="0"/>
          <a:chExt cx="0" cy="0"/>
        </a:xfrm>
      </p:grpSpPr>
      <p:sp>
        <p:nvSpPr>
          <p:cNvPr id="47" name="Google Shape;47;p7"/>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1186383" y="239908"/>
            <a:ext cx="648524" cy="167587"/>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7"/>
          <p:cNvSpPr txBox="1">
            <a:spLocks noGrp="1"/>
          </p:cNvSpPr>
          <p:nvPr>
            <p:ph type="subTitle" idx="1"/>
          </p:nvPr>
        </p:nvSpPr>
        <p:spPr>
          <a:xfrm>
            <a:off x="4620300" y="2038667"/>
            <a:ext cx="6620800" cy="4100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extLst>
      <p:ext uri="{BB962C8B-B14F-4D97-AF65-F5344CB8AC3E}">
        <p14:creationId xmlns:p14="http://schemas.microsoft.com/office/powerpoint/2010/main" val="3837861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4"/>
        <p:cNvGrpSpPr/>
        <p:nvPr/>
      </p:nvGrpSpPr>
      <p:grpSpPr>
        <a:xfrm>
          <a:off x="0" y="0"/>
          <a:ext cx="0" cy="0"/>
          <a:chOff x="0" y="0"/>
          <a:chExt cx="0" cy="0"/>
        </a:xfrm>
      </p:grpSpPr>
      <p:sp>
        <p:nvSpPr>
          <p:cNvPr id="55" name="Google Shape;55;p8"/>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6" name="Google Shape;56;p8"/>
          <p:cNvGrpSpPr/>
          <p:nvPr/>
        </p:nvGrpSpPr>
        <p:grpSpPr>
          <a:xfrm>
            <a:off x="10746533" y="595000"/>
            <a:ext cx="630800" cy="248667"/>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5807000" y="1742800"/>
            <a:ext cx="54340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1155372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
        <p:cNvGrpSpPr/>
        <p:nvPr/>
      </p:nvGrpSpPr>
      <p:grpSpPr>
        <a:xfrm>
          <a:off x="0" y="0"/>
          <a:ext cx="0" cy="0"/>
          <a:chOff x="0" y="0"/>
          <a:chExt cx="0" cy="0"/>
        </a:xfrm>
      </p:grpSpPr>
      <p:sp>
        <p:nvSpPr>
          <p:cNvPr id="70" name="Google Shape;70;p10"/>
          <p:cNvSpPr>
            <a:spLocks noGrp="1"/>
          </p:cNvSpPr>
          <p:nvPr>
            <p:ph type="pic" idx="2"/>
          </p:nvPr>
        </p:nvSpPr>
        <p:spPr>
          <a:xfrm>
            <a:off x="-33" y="-18300"/>
            <a:ext cx="12192000" cy="6876400"/>
          </a:xfrm>
          <a:prstGeom prst="rect">
            <a:avLst/>
          </a:prstGeom>
          <a:noFill/>
          <a:ln>
            <a:noFill/>
          </a:ln>
        </p:spPr>
        <p:txBody>
          <a:bodyPr/>
          <a:lstStyle/>
          <a:p>
            <a:endParaRPr lang="en-US"/>
          </a:p>
        </p:txBody>
      </p:sp>
      <p:sp>
        <p:nvSpPr>
          <p:cNvPr id="71" name="Google Shape;71;p10"/>
          <p:cNvSpPr txBox="1">
            <a:spLocks noGrp="1"/>
          </p:cNvSpPr>
          <p:nvPr>
            <p:ph type="title"/>
          </p:nvPr>
        </p:nvSpPr>
        <p:spPr>
          <a:xfrm>
            <a:off x="960000" y="5352600"/>
            <a:ext cx="10272000" cy="7636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3500"/>
              <a:buNone/>
              <a:defRPr sz="3733"/>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extLst>
      <p:ext uri="{BB962C8B-B14F-4D97-AF65-F5344CB8AC3E}">
        <p14:creationId xmlns:p14="http://schemas.microsoft.com/office/powerpoint/2010/main" val="3753127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2"/>
        <p:cNvGrpSpPr/>
        <p:nvPr/>
      </p:nvGrpSpPr>
      <p:grpSpPr>
        <a:xfrm>
          <a:off x="0" y="0"/>
          <a:ext cx="0" cy="0"/>
          <a:chOff x="0" y="0"/>
          <a:chExt cx="0" cy="0"/>
        </a:xfrm>
      </p:grpSpPr>
      <p:sp>
        <p:nvSpPr>
          <p:cNvPr id="73" name="Google Shape;73;p11"/>
          <p:cNvSpPr txBox="1">
            <a:spLocks noGrp="1"/>
          </p:cNvSpPr>
          <p:nvPr>
            <p:ph type="title" hasCustomPrompt="1"/>
          </p:nvPr>
        </p:nvSpPr>
        <p:spPr>
          <a:xfrm>
            <a:off x="1360817" y="1780133"/>
            <a:ext cx="9470400" cy="2104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solidFill>
                  <a:schemeClr val="accent4"/>
                </a:solidFill>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4" name="Google Shape;74;p11"/>
          <p:cNvSpPr txBox="1">
            <a:spLocks noGrp="1"/>
          </p:cNvSpPr>
          <p:nvPr>
            <p:ph type="subTitle" idx="1"/>
          </p:nvPr>
        </p:nvSpPr>
        <p:spPr>
          <a:xfrm>
            <a:off x="1360784" y="4125967"/>
            <a:ext cx="9470400" cy="6204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1600"/>
              <a:buNone/>
              <a:defRPr sz="25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75" name="Google Shape;75;p1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 name="Google Shape;76;p11"/>
          <p:cNvGrpSpPr/>
          <p:nvPr/>
        </p:nvGrpSpPr>
        <p:grpSpPr>
          <a:xfrm>
            <a:off x="10746533" y="595000"/>
            <a:ext cx="630800" cy="248667"/>
            <a:chOff x="7059675" y="514525"/>
            <a:chExt cx="473100" cy="186500"/>
          </a:xfrm>
        </p:grpSpPr>
        <p:cxnSp>
          <p:nvCxnSpPr>
            <p:cNvPr id="77" name="Google Shape;77;p1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8" name="Google Shape;78;p1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9" name="Google Shape;79;p1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554742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extLst>
      <p:ext uri="{BB962C8B-B14F-4D97-AF65-F5344CB8AC3E}">
        <p14:creationId xmlns:p14="http://schemas.microsoft.com/office/powerpoint/2010/main" val="22492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1"/>
        <p:cNvGrpSpPr/>
        <p:nvPr/>
      </p:nvGrpSpPr>
      <p:grpSpPr>
        <a:xfrm>
          <a:off x="0" y="0"/>
          <a:ext cx="0" cy="0"/>
          <a:chOff x="0" y="0"/>
          <a:chExt cx="0" cy="0"/>
        </a:xfrm>
      </p:grpSpPr>
      <p:sp>
        <p:nvSpPr>
          <p:cNvPr id="82" name="Google Shape;82;p1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3" name="Google Shape;83;p13"/>
          <p:cNvGrpSpPr/>
          <p:nvPr/>
        </p:nvGrpSpPr>
        <p:grpSpPr>
          <a:xfrm>
            <a:off x="11186383" y="239908"/>
            <a:ext cx="648524" cy="167587"/>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7" name="Google Shape;87;p13"/>
          <p:cNvSpPr txBox="1">
            <a:spLocks noGrp="1"/>
          </p:cNvSpPr>
          <p:nvPr>
            <p:ph type="title"/>
          </p:nvPr>
        </p:nvSpPr>
        <p:spPr>
          <a:xfrm>
            <a:off x="950967" y="593367"/>
            <a:ext cx="1028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3"/>
          <p:cNvSpPr txBox="1">
            <a:spLocks noGrp="1"/>
          </p:cNvSpPr>
          <p:nvPr>
            <p:ph type="subTitle" idx="1"/>
          </p:nvPr>
        </p:nvSpPr>
        <p:spPr>
          <a:xfrm>
            <a:off x="3296000" y="244393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2"/>
          </p:nvPr>
        </p:nvSpPr>
        <p:spPr>
          <a:xfrm>
            <a:off x="4234001" y="377790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subTitle" idx="3"/>
          </p:nvPr>
        </p:nvSpPr>
        <p:spPr>
          <a:xfrm>
            <a:off x="4672036" y="5112331"/>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4" hasCustomPrompt="1"/>
          </p:nvPr>
        </p:nvSpPr>
        <p:spPr>
          <a:xfrm>
            <a:off x="2493200" y="19607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2" name="Google Shape;92;p13"/>
          <p:cNvSpPr txBox="1">
            <a:spLocks noGrp="1"/>
          </p:cNvSpPr>
          <p:nvPr>
            <p:ph type="title" idx="5" hasCustomPrompt="1"/>
          </p:nvPr>
        </p:nvSpPr>
        <p:spPr>
          <a:xfrm>
            <a:off x="3431200" y="33099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6" hasCustomPrompt="1"/>
          </p:nvPr>
        </p:nvSpPr>
        <p:spPr>
          <a:xfrm>
            <a:off x="3855033" y="4659100"/>
            <a:ext cx="802800" cy="438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subTitle" idx="7"/>
          </p:nvPr>
        </p:nvSpPr>
        <p:spPr>
          <a:xfrm>
            <a:off x="3296000" y="19607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95" name="Google Shape;95;p13"/>
          <p:cNvSpPr txBox="1">
            <a:spLocks noGrp="1"/>
          </p:cNvSpPr>
          <p:nvPr>
            <p:ph type="subTitle" idx="8"/>
          </p:nvPr>
        </p:nvSpPr>
        <p:spPr>
          <a:xfrm>
            <a:off x="4234000" y="33099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96" name="Google Shape;96;p13"/>
          <p:cNvSpPr txBox="1">
            <a:spLocks noGrp="1"/>
          </p:cNvSpPr>
          <p:nvPr>
            <p:ph type="subTitle" idx="9"/>
          </p:nvPr>
        </p:nvSpPr>
        <p:spPr>
          <a:xfrm>
            <a:off x="4672033" y="46591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69538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3583367" y="4619000"/>
            <a:ext cx="7658000" cy="882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2"/>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
        <p:nvSpPr>
          <p:cNvPr id="99" name="Google Shape;99;p14"/>
          <p:cNvSpPr txBox="1">
            <a:spLocks noGrp="1"/>
          </p:cNvSpPr>
          <p:nvPr>
            <p:ph type="subTitle" idx="1"/>
          </p:nvPr>
        </p:nvSpPr>
        <p:spPr>
          <a:xfrm>
            <a:off x="3583219" y="2134600"/>
            <a:ext cx="7658000" cy="248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2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endParaRPr/>
          </a:p>
        </p:txBody>
      </p:sp>
      <p:sp>
        <p:nvSpPr>
          <p:cNvPr id="100" name="Google Shape;100;p1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1" name="Google Shape;101;p14"/>
          <p:cNvGrpSpPr/>
          <p:nvPr/>
        </p:nvGrpSpPr>
        <p:grpSpPr>
          <a:xfrm>
            <a:off x="10746533" y="595000"/>
            <a:ext cx="630800" cy="248667"/>
            <a:chOff x="7059675" y="514525"/>
            <a:chExt cx="473100" cy="186500"/>
          </a:xfrm>
        </p:grpSpPr>
        <p:cxnSp>
          <p:nvCxnSpPr>
            <p:cNvPr id="102" name="Google Shape;102;p14"/>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14"/>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4" name="Google Shape;104;p14"/>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3594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5"/>
        <p:cNvGrpSpPr/>
        <p:nvPr/>
      </p:nvGrpSpPr>
      <p:grpSpPr>
        <a:xfrm>
          <a:off x="0" y="0"/>
          <a:ext cx="0" cy="0"/>
          <a:chOff x="0" y="0"/>
          <a:chExt cx="0" cy="0"/>
        </a:xfrm>
      </p:grpSpPr>
      <p:sp>
        <p:nvSpPr>
          <p:cNvPr id="106" name="Google Shape;106;p15"/>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7" name="Google Shape;107;p15"/>
          <p:cNvGrpSpPr/>
          <p:nvPr/>
        </p:nvGrpSpPr>
        <p:grpSpPr>
          <a:xfrm>
            <a:off x="10746533" y="595000"/>
            <a:ext cx="630800" cy="248667"/>
            <a:chOff x="7059675" y="514525"/>
            <a:chExt cx="473100" cy="186500"/>
          </a:xfrm>
        </p:grpSpPr>
        <p:cxnSp>
          <p:nvCxnSpPr>
            <p:cNvPr id="108" name="Google Shape;108;p15"/>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9" name="Google Shape;109;p15"/>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10" name="Google Shape;110;p15"/>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11" name="Google Shape;111;p15"/>
          <p:cNvSpPr txBox="1">
            <a:spLocks noGrp="1"/>
          </p:cNvSpPr>
          <p:nvPr>
            <p:ph type="title"/>
          </p:nvPr>
        </p:nvSpPr>
        <p:spPr>
          <a:xfrm>
            <a:off x="950967" y="714200"/>
            <a:ext cx="4221200" cy="3171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 name="Google Shape;112;p15"/>
          <p:cNvSpPr txBox="1">
            <a:spLocks noGrp="1"/>
          </p:cNvSpPr>
          <p:nvPr>
            <p:ph type="subTitle" idx="1"/>
          </p:nvPr>
        </p:nvSpPr>
        <p:spPr>
          <a:xfrm>
            <a:off x="950967" y="3885400"/>
            <a:ext cx="4221200" cy="225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5"/>
          <p:cNvSpPr>
            <a:spLocks noGrp="1"/>
          </p:cNvSpPr>
          <p:nvPr>
            <p:ph type="pic" idx="2"/>
          </p:nvPr>
        </p:nvSpPr>
        <p:spPr>
          <a:xfrm>
            <a:off x="6377667" y="709417"/>
            <a:ext cx="3880000" cy="5434400"/>
          </a:xfrm>
          <a:prstGeom prst="rect">
            <a:avLst/>
          </a:prstGeom>
          <a:noFill/>
          <a:ln>
            <a:noFill/>
          </a:ln>
        </p:spPr>
        <p:txBody>
          <a:bodyPr/>
          <a:lstStyle/>
          <a:p>
            <a:endParaRPr lang="en-US"/>
          </a:p>
        </p:txBody>
      </p:sp>
    </p:spTree>
    <p:extLst>
      <p:ext uri="{BB962C8B-B14F-4D97-AF65-F5344CB8AC3E}">
        <p14:creationId xmlns:p14="http://schemas.microsoft.com/office/powerpoint/2010/main" val="1941483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4"/>
        <p:cNvGrpSpPr/>
        <p:nvPr/>
      </p:nvGrpSpPr>
      <p:grpSpPr>
        <a:xfrm>
          <a:off x="0" y="0"/>
          <a:ext cx="0" cy="0"/>
          <a:chOff x="0" y="0"/>
          <a:chExt cx="0" cy="0"/>
        </a:xfrm>
      </p:grpSpPr>
      <p:sp>
        <p:nvSpPr>
          <p:cNvPr id="115" name="Google Shape;115;p16"/>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16"/>
          <p:cNvSpPr txBox="1">
            <a:spLocks noGrp="1"/>
          </p:cNvSpPr>
          <p:nvPr>
            <p:ph type="title"/>
          </p:nvPr>
        </p:nvSpPr>
        <p:spPr>
          <a:xfrm>
            <a:off x="950967" y="1870467"/>
            <a:ext cx="4332000" cy="1417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16"/>
          <p:cNvSpPr txBox="1">
            <a:spLocks noGrp="1"/>
          </p:cNvSpPr>
          <p:nvPr>
            <p:ph type="subTitle" idx="1"/>
          </p:nvPr>
        </p:nvSpPr>
        <p:spPr>
          <a:xfrm>
            <a:off x="950967" y="3288067"/>
            <a:ext cx="4332000" cy="186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67908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8"/>
        <p:cNvGrpSpPr/>
        <p:nvPr/>
      </p:nvGrpSpPr>
      <p:grpSpPr>
        <a:xfrm>
          <a:off x="0" y="0"/>
          <a:ext cx="0" cy="0"/>
          <a:chOff x="0" y="0"/>
          <a:chExt cx="0" cy="0"/>
        </a:xfrm>
      </p:grpSpPr>
      <p:sp>
        <p:nvSpPr>
          <p:cNvPr id="119" name="Google Shape;119;p17"/>
          <p:cNvSpPr/>
          <p:nvPr/>
        </p:nvSpPr>
        <p:spPr>
          <a:xfrm>
            <a:off x="0" y="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17"/>
          <p:cNvSpPr txBox="1">
            <a:spLocks noGrp="1"/>
          </p:cNvSpPr>
          <p:nvPr>
            <p:ph type="title"/>
          </p:nvPr>
        </p:nvSpPr>
        <p:spPr>
          <a:xfrm>
            <a:off x="6449600" y="2001600"/>
            <a:ext cx="47912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17"/>
          <p:cNvSpPr txBox="1">
            <a:spLocks noGrp="1"/>
          </p:cNvSpPr>
          <p:nvPr>
            <p:ph type="subTitle" idx="1"/>
          </p:nvPr>
        </p:nvSpPr>
        <p:spPr>
          <a:xfrm>
            <a:off x="6449828" y="3416000"/>
            <a:ext cx="47912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771610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2"/>
        <p:cNvGrpSpPr/>
        <p:nvPr/>
      </p:nvGrpSpPr>
      <p:grpSpPr>
        <a:xfrm>
          <a:off x="0" y="0"/>
          <a:ext cx="0" cy="0"/>
          <a:chOff x="0" y="0"/>
          <a:chExt cx="0" cy="0"/>
        </a:xfrm>
      </p:grpSpPr>
      <p:sp>
        <p:nvSpPr>
          <p:cNvPr id="123" name="Google Shape;123;p18"/>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 name="Google Shape;124;p18"/>
          <p:cNvGrpSpPr/>
          <p:nvPr/>
        </p:nvGrpSpPr>
        <p:grpSpPr>
          <a:xfrm>
            <a:off x="11186383" y="239908"/>
            <a:ext cx="648524" cy="167587"/>
            <a:chOff x="-890300" y="1406550"/>
            <a:chExt cx="806088" cy="208200"/>
          </a:xfrm>
        </p:grpSpPr>
        <p:sp>
          <p:nvSpPr>
            <p:cNvPr id="125" name="Google Shape;125;p18"/>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8"/>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8"/>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 name="Google Shape;128;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9" name="Google Shape;129;p18"/>
          <p:cNvSpPr txBox="1">
            <a:spLocks noGrp="1"/>
          </p:cNvSpPr>
          <p:nvPr>
            <p:ph type="subTitle" idx="1"/>
          </p:nvPr>
        </p:nvSpPr>
        <p:spPr>
          <a:xfrm>
            <a:off x="6985135"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8"/>
          <p:cNvSpPr txBox="1">
            <a:spLocks noGrp="1"/>
          </p:cNvSpPr>
          <p:nvPr>
            <p:ph type="subTitle" idx="2"/>
          </p:nvPr>
        </p:nvSpPr>
        <p:spPr>
          <a:xfrm>
            <a:off x="2276900"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18"/>
          <p:cNvSpPr txBox="1">
            <a:spLocks noGrp="1"/>
          </p:cNvSpPr>
          <p:nvPr>
            <p:ph type="subTitle" idx="3"/>
          </p:nvPr>
        </p:nvSpPr>
        <p:spPr>
          <a:xfrm>
            <a:off x="1882268"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32" name="Google Shape;132;p18"/>
          <p:cNvSpPr txBox="1">
            <a:spLocks noGrp="1"/>
          </p:cNvSpPr>
          <p:nvPr>
            <p:ph type="subTitle" idx="4"/>
          </p:nvPr>
        </p:nvSpPr>
        <p:spPr>
          <a:xfrm>
            <a:off x="6590509"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3072401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33"/>
        <p:cNvGrpSpPr/>
        <p:nvPr/>
      </p:nvGrpSpPr>
      <p:grpSpPr>
        <a:xfrm>
          <a:off x="0" y="0"/>
          <a:ext cx="0" cy="0"/>
          <a:chOff x="0" y="0"/>
          <a:chExt cx="0" cy="0"/>
        </a:xfrm>
      </p:grpSpPr>
      <p:sp>
        <p:nvSpPr>
          <p:cNvPr id="134" name="Google Shape;134;p19"/>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 name="Google Shape;135;p19"/>
          <p:cNvGrpSpPr/>
          <p:nvPr/>
        </p:nvGrpSpPr>
        <p:grpSpPr>
          <a:xfrm>
            <a:off x="11186383" y="239908"/>
            <a:ext cx="648524" cy="167587"/>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 name="Google Shape;139;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19"/>
          <p:cNvSpPr txBox="1">
            <a:spLocks noGrp="1"/>
          </p:cNvSpPr>
          <p:nvPr>
            <p:ph type="subTitle" idx="1"/>
          </p:nvPr>
        </p:nvSpPr>
        <p:spPr>
          <a:xfrm>
            <a:off x="642919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19"/>
          <p:cNvSpPr txBox="1">
            <a:spLocks noGrp="1"/>
          </p:cNvSpPr>
          <p:nvPr>
            <p:ph type="subTitle" idx="2"/>
          </p:nvPr>
        </p:nvSpPr>
        <p:spPr>
          <a:xfrm>
            <a:off x="85866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32148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42"/>
        <p:cNvGrpSpPr/>
        <p:nvPr/>
      </p:nvGrpSpPr>
      <p:grpSpPr>
        <a:xfrm>
          <a:off x="0" y="0"/>
          <a:ext cx="0" cy="0"/>
          <a:chOff x="0" y="0"/>
          <a:chExt cx="0" cy="0"/>
        </a:xfrm>
      </p:grpSpPr>
      <p:sp>
        <p:nvSpPr>
          <p:cNvPr id="143" name="Google Shape;143;p20"/>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4" name="Google Shape;144;p20"/>
          <p:cNvGrpSpPr/>
          <p:nvPr/>
        </p:nvGrpSpPr>
        <p:grpSpPr>
          <a:xfrm>
            <a:off x="11186383" y="239908"/>
            <a:ext cx="648524" cy="167587"/>
            <a:chOff x="-890300" y="1406550"/>
            <a:chExt cx="806088" cy="208200"/>
          </a:xfrm>
        </p:grpSpPr>
        <p:sp>
          <p:nvSpPr>
            <p:cNvPr id="145" name="Google Shape;145;p20"/>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20"/>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20"/>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 name="Google Shape;14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9" name="Google Shape;149;p20"/>
          <p:cNvSpPr txBox="1">
            <a:spLocks noGrp="1"/>
          </p:cNvSpPr>
          <p:nvPr>
            <p:ph type="subTitle" idx="1"/>
          </p:nvPr>
        </p:nvSpPr>
        <p:spPr>
          <a:xfrm>
            <a:off x="1330267" y="279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0"/>
          <p:cNvSpPr txBox="1">
            <a:spLocks noGrp="1"/>
          </p:cNvSpPr>
          <p:nvPr>
            <p:ph type="subTitle" idx="2"/>
          </p:nvPr>
        </p:nvSpPr>
        <p:spPr>
          <a:xfrm>
            <a:off x="4697316" y="367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20"/>
          <p:cNvSpPr txBox="1">
            <a:spLocks noGrp="1"/>
          </p:cNvSpPr>
          <p:nvPr>
            <p:ph type="subTitle" idx="3"/>
          </p:nvPr>
        </p:nvSpPr>
        <p:spPr>
          <a:xfrm>
            <a:off x="8068311" y="43234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0"/>
          <p:cNvSpPr txBox="1">
            <a:spLocks noGrp="1"/>
          </p:cNvSpPr>
          <p:nvPr>
            <p:ph type="subTitle" idx="4"/>
          </p:nvPr>
        </p:nvSpPr>
        <p:spPr>
          <a:xfrm>
            <a:off x="960000" y="191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53" name="Google Shape;153;p20"/>
          <p:cNvSpPr txBox="1">
            <a:spLocks noGrp="1"/>
          </p:cNvSpPr>
          <p:nvPr>
            <p:ph type="subTitle" idx="5"/>
          </p:nvPr>
        </p:nvSpPr>
        <p:spPr>
          <a:xfrm>
            <a:off x="4389396" y="279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54" name="Google Shape;154;p20"/>
          <p:cNvSpPr txBox="1">
            <a:spLocks noGrp="1"/>
          </p:cNvSpPr>
          <p:nvPr>
            <p:ph type="subTitle" idx="6"/>
          </p:nvPr>
        </p:nvSpPr>
        <p:spPr>
          <a:xfrm>
            <a:off x="7822725" y="34434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2816402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5"/>
        <p:cNvGrpSpPr/>
        <p:nvPr/>
      </p:nvGrpSpPr>
      <p:grpSpPr>
        <a:xfrm>
          <a:off x="0" y="0"/>
          <a:ext cx="0" cy="0"/>
          <a:chOff x="0" y="0"/>
          <a:chExt cx="0" cy="0"/>
        </a:xfrm>
      </p:grpSpPr>
      <p:sp>
        <p:nvSpPr>
          <p:cNvPr id="156" name="Google Shape;156;p2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7" name="Google Shape;157;p21"/>
          <p:cNvGrpSpPr/>
          <p:nvPr/>
        </p:nvGrpSpPr>
        <p:grpSpPr>
          <a:xfrm>
            <a:off x="11186383" y="239908"/>
            <a:ext cx="648524" cy="167587"/>
            <a:chOff x="-890300" y="1406550"/>
            <a:chExt cx="806088" cy="208200"/>
          </a:xfrm>
        </p:grpSpPr>
        <p:sp>
          <p:nvSpPr>
            <p:cNvPr id="158" name="Google Shape;158;p21"/>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21"/>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21"/>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1" name="Google Shape;161;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2" name="Google Shape;162;p21"/>
          <p:cNvSpPr txBox="1">
            <a:spLocks noGrp="1"/>
          </p:cNvSpPr>
          <p:nvPr>
            <p:ph type="subTitle" idx="1"/>
          </p:nvPr>
        </p:nvSpPr>
        <p:spPr>
          <a:xfrm>
            <a:off x="4667467"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21"/>
          <p:cNvSpPr txBox="1">
            <a:spLocks noGrp="1"/>
          </p:cNvSpPr>
          <p:nvPr>
            <p:ph type="subTitle" idx="2"/>
          </p:nvPr>
        </p:nvSpPr>
        <p:spPr>
          <a:xfrm>
            <a:off x="8594388"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1"/>
          <p:cNvSpPr txBox="1">
            <a:spLocks noGrp="1"/>
          </p:cNvSpPr>
          <p:nvPr>
            <p:ph type="subTitle" idx="3"/>
          </p:nvPr>
        </p:nvSpPr>
        <p:spPr>
          <a:xfrm>
            <a:off x="4667467"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21"/>
          <p:cNvSpPr txBox="1">
            <a:spLocks noGrp="1"/>
          </p:cNvSpPr>
          <p:nvPr>
            <p:ph type="subTitle" idx="4"/>
          </p:nvPr>
        </p:nvSpPr>
        <p:spPr>
          <a:xfrm>
            <a:off x="8594388"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21"/>
          <p:cNvSpPr txBox="1">
            <a:spLocks noGrp="1"/>
          </p:cNvSpPr>
          <p:nvPr>
            <p:ph type="subTitle" idx="5"/>
          </p:nvPr>
        </p:nvSpPr>
        <p:spPr>
          <a:xfrm>
            <a:off x="42592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67" name="Google Shape;167;p21"/>
          <p:cNvSpPr txBox="1">
            <a:spLocks noGrp="1"/>
          </p:cNvSpPr>
          <p:nvPr>
            <p:ph type="subTitle" idx="6"/>
          </p:nvPr>
        </p:nvSpPr>
        <p:spPr>
          <a:xfrm>
            <a:off x="42592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68" name="Google Shape;168;p21"/>
          <p:cNvSpPr txBox="1">
            <a:spLocks noGrp="1"/>
          </p:cNvSpPr>
          <p:nvPr>
            <p:ph type="subTitle" idx="7"/>
          </p:nvPr>
        </p:nvSpPr>
        <p:spPr>
          <a:xfrm>
            <a:off x="81861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69" name="Google Shape;169;p21"/>
          <p:cNvSpPr txBox="1">
            <a:spLocks noGrp="1"/>
          </p:cNvSpPr>
          <p:nvPr>
            <p:ph type="subTitle" idx="8"/>
          </p:nvPr>
        </p:nvSpPr>
        <p:spPr>
          <a:xfrm>
            <a:off x="81861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5972268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2" name="Google Shape;172;p22"/>
          <p:cNvSpPr txBox="1">
            <a:spLocks noGrp="1"/>
          </p:cNvSpPr>
          <p:nvPr>
            <p:ph type="subTitle" idx="1"/>
          </p:nvPr>
        </p:nvSpPr>
        <p:spPr>
          <a:xfrm>
            <a:off x="1859867"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 name="Google Shape;173;p22"/>
          <p:cNvSpPr txBox="1">
            <a:spLocks noGrp="1"/>
          </p:cNvSpPr>
          <p:nvPr>
            <p:ph type="subTitle" idx="2"/>
          </p:nvPr>
        </p:nvSpPr>
        <p:spPr>
          <a:xfrm>
            <a:off x="5153000"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 name="Google Shape;174;p22"/>
          <p:cNvSpPr txBox="1">
            <a:spLocks noGrp="1"/>
          </p:cNvSpPr>
          <p:nvPr>
            <p:ph type="subTitle" idx="3"/>
          </p:nvPr>
        </p:nvSpPr>
        <p:spPr>
          <a:xfrm>
            <a:off x="1859867"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 name="Google Shape;175;p22"/>
          <p:cNvSpPr txBox="1">
            <a:spLocks noGrp="1"/>
          </p:cNvSpPr>
          <p:nvPr>
            <p:ph type="subTitle" idx="4"/>
          </p:nvPr>
        </p:nvSpPr>
        <p:spPr>
          <a:xfrm>
            <a:off x="5153000"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6" name="Google Shape;176;p22"/>
          <p:cNvSpPr txBox="1">
            <a:spLocks noGrp="1"/>
          </p:cNvSpPr>
          <p:nvPr>
            <p:ph type="subTitle" idx="5"/>
          </p:nvPr>
        </p:nvSpPr>
        <p:spPr>
          <a:xfrm>
            <a:off x="8446132"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7" name="Google Shape;177;p22"/>
          <p:cNvSpPr txBox="1">
            <a:spLocks noGrp="1"/>
          </p:cNvSpPr>
          <p:nvPr>
            <p:ph type="subTitle" idx="6"/>
          </p:nvPr>
        </p:nvSpPr>
        <p:spPr>
          <a:xfrm>
            <a:off x="8446132"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8" name="Google Shape;178;p22"/>
          <p:cNvSpPr txBox="1">
            <a:spLocks noGrp="1"/>
          </p:cNvSpPr>
          <p:nvPr>
            <p:ph type="subTitle" idx="7"/>
          </p:nvPr>
        </p:nvSpPr>
        <p:spPr>
          <a:xfrm>
            <a:off x="1484069"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79" name="Google Shape;179;p22"/>
          <p:cNvSpPr txBox="1">
            <a:spLocks noGrp="1"/>
          </p:cNvSpPr>
          <p:nvPr>
            <p:ph type="subTitle" idx="8"/>
          </p:nvPr>
        </p:nvSpPr>
        <p:spPr>
          <a:xfrm>
            <a:off x="4777200"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0" name="Google Shape;180;p22"/>
          <p:cNvSpPr txBox="1">
            <a:spLocks noGrp="1"/>
          </p:cNvSpPr>
          <p:nvPr>
            <p:ph type="subTitle" idx="9"/>
          </p:nvPr>
        </p:nvSpPr>
        <p:spPr>
          <a:xfrm>
            <a:off x="8070331"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1" name="Google Shape;181;p22"/>
          <p:cNvSpPr txBox="1">
            <a:spLocks noGrp="1"/>
          </p:cNvSpPr>
          <p:nvPr>
            <p:ph type="subTitle" idx="13"/>
          </p:nvPr>
        </p:nvSpPr>
        <p:spPr>
          <a:xfrm>
            <a:off x="1484069"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2" name="Google Shape;182;p22"/>
          <p:cNvSpPr txBox="1">
            <a:spLocks noGrp="1"/>
          </p:cNvSpPr>
          <p:nvPr>
            <p:ph type="subTitle" idx="14"/>
          </p:nvPr>
        </p:nvSpPr>
        <p:spPr>
          <a:xfrm>
            <a:off x="4777200"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3" name="Google Shape;183;p22"/>
          <p:cNvSpPr txBox="1">
            <a:spLocks noGrp="1"/>
          </p:cNvSpPr>
          <p:nvPr>
            <p:ph type="subTitle" idx="15"/>
          </p:nvPr>
        </p:nvSpPr>
        <p:spPr>
          <a:xfrm>
            <a:off x="8070331"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612750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4"/>
        <p:cNvGrpSpPr/>
        <p:nvPr/>
      </p:nvGrpSpPr>
      <p:grpSpPr>
        <a:xfrm>
          <a:off x="0" y="0"/>
          <a:ext cx="0" cy="0"/>
          <a:chOff x="0" y="0"/>
          <a:chExt cx="0" cy="0"/>
        </a:xfrm>
      </p:grpSpPr>
      <p:sp>
        <p:nvSpPr>
          <p:cNvPr id="185" name="Google Shape;185;p23"/>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6" name="Google Shape;186;p23"/>
          <p:cNvGrpSpPr/>
          <p:nvPr/>
        </p:nvGrpSpPr>
        <p:grpSpPr>
          <a:xfrm>
            <a:off x="10746533" y="595000"/>
            <a:ext cx="630800" cy="248667"/>
            <a:chOff x="7059675" y="514525"/>
            <a:chExt cx="473100" cy="186500"/>
          </a:xfrm>
        </p:grpSpPr>
        <p:cxnSp>
          <p:nvCxnSpPr>
            <p:cNvPr id="187" name="Google Shape;187;p2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8" name="Google Shape;188;p2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9" name="Google Shape;189;p2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90" name="Google Shape;190;p23"/>
          <p:cNvSpPr txBox="1">
            <a:spLocks noGrp="1"/>
          </p:cNvSpPr>
          <p:nvPr>
            <p:ph type="title" hasCustomPrompt="1"/>
          </p:nvPr>
        </p:nvSpPr>
        <p:spPr>
          <a:xfrm>
            <a:off x="5402633" y="84076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1" name="Google Shape;191;p23"/>
          <p:cNvSpPr txBox="1">
            <a:spLocks noGrp="1"/>
          </p:cNvSpPr>
          <p:nvPr>
            <p:ph type="subTitle" idx="1"/>
          </p:nvPr>
        </p:nvSpPr>
        <p:spPr>
          <a:xfrm>
            <a:off x="5878073" y="173422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endParaRPr/>
          </a:p>
        </p:txBody>
      </p:sp>
      <p:sp>
        <p:nvSpPr>
          <p:cNvPr id="192" name="Google Shape;192;p23"/>
          <p:cNvSpPr txBox="1">
            <a:spLocks noGrp="1"/>
          </p:cNvSpPr>
          <p:nvPr>
            <p:ph type="title" idx="2" hasCustomPrompt="1"/>
          </p:nvPr>
        </p:nvSpPr>
        <p:spPr>
          <a:xfrm>
            <a:off x="5402633" y="264378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3" name="Google Shape;193;p23"/>
          <p:cNvSpPr txBox="1">
            <a:spLocks noGrp="1"/>
          </p:cNvSpPr>
          <p:nvPr>
            <p:ph type="subTitle" idx="3"/>
          </p:nvPr>
        </p:nvSpPr>
        <p:spPr>
          <a:xfrm>
            <a:off x="5878073" y="353724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endParaRPr/>
          </a:p>
        </p:txBody>
      </p:sp>
      <p:sp>
        <p:nvSpPr>
          <p:cNvPr id="194" name="Google Shape;194;p23"/>
          <p:cNvSpPr txBox="1">
            <a:spLocks noGrp="1"/>
          </p:cNvSpPr>
          <p:nvPr>
            <p:ph type="title" idx="4" hasCustomPrompt="1"/>
          </p:nvPr>
        </p:nvSpPr>
        <p:spPr>
          <a:xfrm>
            <a:off x="5402633" y="444680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5"/>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5" name="Google Shape;195;p23"/>
          <p:cNvSpPr txBox="1">
            <a:spLocks noGrp="1"/>
          </p:cNvSpPr>
          <p:nvPr>
            <p:ph type="subTitle" idx="5"/>
          </p:nvPr>
        </p:nvSpPr>
        <p:spPr>
          <a:xfrm>
            <a:off x="5878073" y="534026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endParaRPr/>
          </a:p>
        </p:txBody>
      </p:sp>
    </p:spTree>
    <p:extLst>
      <p:ext uri="{BB962C8B-B14F-4D97-AF65-F5344CB8AC3E}">
        <p14:creationId xmlns:p14="http://schemas.microsoft.com/office/powerpoint/2010/main" val="9986241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96"/>
        <p:cNvGrpSpPr/>
        <p:nvPr/>
      </p:nvGrpSpPr>
      <p:grpSpPr>
        <a:xfrm>
          <a:off x="0" y="0"/>
          <a:ext cx="0" cy="0"/>
          <a:chOff x="0" y="0"/>
          <a:chExt cx="0" cy="0"/>
        </a:xfrm>
      </p:grpSpPr>
      <p:sp>
        <p:nvSpPr>
          <p:cNvPr id="197" name="Google Shape;197;p2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8" name="Google Shape;198;p24"/>
          <p:cNvGrpSpPr/>
          <p:nvPr/>
        </p:nvGrpSpPr>
        <p:grpSpPr>
          <a:xfrm>
            <a:off x="11186383" y="239908"/>
            <a:ext cx="648524" cy="167587"/>
            <a:chOff x="-890300" y="1406550"/>
            <a:chExt cx="806088" cy="208200"/>
          </a:xfrm>
        </p:grpSpPr>
        <p:sp>
          <p:nvSpPr>
            <p:cNvPr id="199" name="Google Shape;199;p2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2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2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2" name="Google Shape;202;p24"/>
          <p:cNvSpPr txBox="1">
            <a:spLocks noGrp="1"/>
          </p:cNvSpPr>
          <p:nvPr>
            <p:ph type="title" hasCustomPrompt="1"/>
          </p:nvPr>
        </p:nvSpPr>
        <p:spPr>
          <a:xfrm>
            <a:off x="1179800" y="25209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3" name="Google Shape;203;p24"/>
          <p:cNvSpPr txBox="1">
            <a:spLocks noGrp="1"/>
          </p:cNvSpPr>
          <p:nvPr>
            <p:ph type="subTitle" idx="1"/>
          </p:nvPr>
        </p:nvSpPr>
        <p:spPr>
          <a:xfrm>
            <a:off x="1307167"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endParaRPr/>
          </a:p>
        </p:txBody>
      </p:sp>
      <p:sp>
        <p:nvSpPr>
          <p:cNvPr id="204" name="Google Shape;204;p24"/>
          <p:cNvSpPr txBox="1">
            <a:spLocks noGrp="1"/>
          </p:cNvSpPr>
          <p:nvPr>
            <p:ph type="subTitle" idx="2"/>
          </p:nvPr>
        </p:nvSpPr>
        <p:spPr>
          <a:xfrm>
            <a:off x="960000"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205" name="Google Shape;205;p24"/>
          <p:cNvSpPr txBox="1">
            <a:spLocks noGrp="1"/>
          </p:cNvSpPr>
          <p:nvPr>
            <p:ph type="title" idx="3" hasCustomPrompt="1"/>
          </p:nvPr>
        </p:nvSpPr>
        <p:spPr>
          <a:xfrm>
            <a:off x="4787984" y="2521267"/>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6" name="Google Shape;206;p24"/>
          <p:cNvSpPr txBox="1">
            <a:spLocks noGrp="1"/>
          </p:cNvSpPr>
          <p:nvPr>
            <p:ph type="subTitle" idx="4"/>
          </p:nvPr>
        </p:nvSpPr>
        <p:spPr>
          <a:xfrm>
            <a:off x="4785591"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endParaRPr/>
          </a:p>
        </p:txBody>
      </p:sp>
      <p:sp>
        <p:nvSpPr>
          <p:cNvPr id="207" name="Google Shape;207;p24"/>
          <p:cNvSpPr txBox="1">
            <a:spLocks noGrp="1"/>
          </p:cNvSpPr>
          <p:nvPr>
            <p:ph type="subTitle" idx="5"/>
          </p:nvPr>
        </p:nvSpPr>
        <p:spPr>
          <a:xfrm>
            <a:off x="4560001"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208" name="Google Shape;208;p24"/>
          <p:cNvSpPr txBox="1">
            <a:spLocks noGrp="1"/>
          </p:cNvSpPr>
          <p:nvPr>
            <p:ph type="title" idx="6" hasCustomPrompt="1"/>
          </p:nvPr>
        </p:nvSpPr>
        <p:spPr>
          <a:xfrm>
            <a:off x="8395700" y="25214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9" name="Google Shape;209;p24"/>
          <p:cNvSpPr txBox="1">
            <a:spLocks noGrp="1"/>
          </p:cNvSpPr>
          <p:nvPr>
            <p:ph type="subTitle" idx="7"/>
          </p:nvPr>
        </p:nvSpPr>
        <p:spPr>
          <a:xfrm>
            <a:off x="8264015"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endParaRPr/>
          </a:p>
        </p:txBody>
      </p:sp>
      <p:sp>
        <p:nvSpPr>
          <p:cNvPr id="210" name="Google Shape;210;p24"/>
          <p:cNvSpPr txBox="1">
            <a:spLocks noGrp="1"/>
          </p:cNvSpPr>
          <p:nvPr>
            <p:ph type="subTitle" idx="8"/>
          </p:nvPr>
        </p:nvSpPr>
        <p:spPr>
          <a:xfrm>
            <a:off x="8160003"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211" name="Google Shape;211;p24"/>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66676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16"/>
        <p:cNvGrpSpPr/>
        <p:nvPr/>
      </p:nvGrpSpPr>
      <p:grpSpPr>
        <a:xfrm>
          <a:off x="0" y="0"/>
          <a:ext cx="0" cy="0"/>
          <a:chOff x="0" y="0"/>
          <a:chExt cx="0" cy="0"/>
        </a:xfrm>
      </p:grpSpPr>
      <p:sp>
        <p:nvSpPr>
          <p:cNvPr id="217" name="Google Shape;217;p2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8" name="Google Shape;218;p26"/>
          <p:cNvGrpSpPr/>
          <p:nvPr/>
        </p:nvGrpSpPr>
        <p:grpSpPr>
          <a:xfrm>
            <a:off x="11186383" y="239908"/>
            <a:ext cx="648524" cy="167587"/>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76430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22"/>
        <p:cNvGrpSpPr/>
        <p:nvPr/>
      </p:nvGrpSpPr>
      <p:grpSpPr>
        <a:xfrm>
          <a:off x="0" y="0"/>
          <a:ext cx="0" cy="0"/>
          <a:chOff x="0" y="0"/>
          <a:chExt cx="0" cy="0"/>
        </a:xfrm>
      </p:grpSpPr>
      <p:sp>
        <p:nvSpPr>
          <p:cNvPr id="223" name="Google Shape;223;p27"/>
          <p:cNvSpPr/>
          <p:nvPr/>
        </p:nvSpPr>
        <p:spPr>
          <a:xfrm>
            <a:off x="5899667" y="-2400"/>
            <a:ext cx="62924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4" name="Google Shape;224;p27"/>
          <p:cNvGrpSpPr/>
          <p:nvPr/>
        </p:nvGrpSpPr>
        <p:grpSpPr>
          <a:xfrm>
            <a:off x="10924155" y="595000"/>
            <a:ext cx="553275" cy="248667"/>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9962766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647333" y="1678467"/>
            <a:ext cx="7730000" cy="27184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endParaRPr/>
          </a:p>
        </p:txBody>
      </p:sp>
      <p:sp>
        <p:nvSpPr>
          <p:cNvPr id="10" name="Google Shape;10;p2"/>
          <p:cNvSpPr txBox="1">
            <a:spLocks noGrp="1"/>
          </p:cNvSpPr>
          <p:nvPr>
            <p:ph type="subTitle" idx="1"/>
          </p:nvPr>
        </p:nvSpPr>
        <p:spPr>
          <a:xfrm>
            <a:off x="3647333" y="4396867"/>
            <a:ext cx="7730000" cy="5876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endParaRPr/>
          </a:p>
        </p:txBody>
      </p:sp>
    </p:spTree>
    <p:extLst>
      <p:ext uri="{BB962C8B-B14F-4D97-AF65-F5344CB8AC3E}">
        <p14:creationId xmlns:p14="http://schemas.microsoft.com/office/powerpoint/2010/main" val="1233898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3" name="Google Shape;63;p9"/>
          <p:cNvGrpSpPr/>
          <p:nvPr/>
        </p:nvGrpSpPr>
        <p:grpSpPr>
          <a:xfrm>
            <a:off x="10746533" y="595000"/>
            <a:ext cx="630800" cy="248667"/>
            <a:chOff x="7059675" y="514525"/>
            <a:chExt cx="473100" cy="186500"/>
          </a:xfrm>
        </p:grpSpPr>
        <p:cxnSp>
          <p:nvCxnSpPr>
            <p:cNvPr id="64" name="Google Shape;64;p9"/>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5" name="Google Shape;65;p9"/>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6" name="Google Shape;66;p9"/>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7" name="Google Shape;67;p9"/>
          <p:cNvSpPr txBox="1">
            <a:spLocks noGrp="1"/>
          </p:cNvSpPr>
          <p:nvPr>
            <p:ph type="title"/>
          </p:nvPr>
        </p:nvSpPr>
        <p:spPr>
          <a:xfrm>
            <a:off x="5630800" y="1597933"/>
            <a:ext cx="56080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1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8" name="Google Shape;68;p9"/>
          <p:cNvSpPr txBox="1">
            <a:spLocks noGrp="1"/>
          </p:cNvSpPr>
          <p:nvPr>
            <p:ph type="subTitle" idx="1"/>
          </p:nvPr>
        </p:nvSpPr>
        <p:spPr>
          <a:xfrm>
            <a:off x="5630800" y="4217133"/>
            <a:ext cx="5608000" cy="1421600"/>
          </a:xfrm>
          <a:prstGeom prst="rect">
            <a:avLst/>
          </a:prstGeom>
          <a:solidFill>
            <a:schemeClr val="accent6"/>
          </a:solid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43965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extLst>
      <p:ext uri="{BB962C8B-B14F-4D97-AF65-F5344CB8AC3E}">
        <p14:creationId xmlns:p14="http://schemas.microsoft.com/office/powerpoint/2010/main" val="247985525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xfrm>
            <a:off x="3647333" y="1678467"/>
            <a:ext cx="7730000" cy="2718400"/>
          </a:xfrm>
          <a:prstGeom prst="rect">
            <a:avLst/>
          </a:prstGeom>
        </p:spPr>
        <p:txBody>
          <a:bodyPr spcFirstLastPara="1" wrap="square" lIns="121900" tIns="121900" rIns="121900" bIns="121900" anchor="b" anchorCtr="0">
            <a:noAutofit/>
          </a:bodyPr>
          <a:lstStyle/>
          <a:p>
            <a:r>
              <a:rPr lang="en-US" sz="5400" dirty="0"/>
              <a:t>Artificial Intelligence</a:t>
            </a:r>
            <a:br>
              <a:rPr lang="en-US" sz="6000" dirty="0"/>
            </a:br>
            <a:r>
              <a:rPr lang="en" sz="2800" dirty="0">
                <a:solidFill>
                  <a:schemeClr val="accent4"/>
                </a:solidFill>
              </a:rPr>
              <a:t>(Machine Learning &amp; Deep Learning)</a:t>
            </a:r>
            <a:endParaRPr sz="2800" dirty="0"/>
          </a:p>
        </p:txBody>
      </p:sp>
      <p:sp>
        <p:nvSpPr>
          <p:cNvPr id="239" name="Google Shape;239;p31"/>
          <p:cNvSpPr txBox="1">
            <a:spLocks noGrp="1"/>
          </p:cNvSpPr>
          <p:nvPr>
            <p:ph type="subTitle" idx="1"/>
          </p:nvPr>
        </p:nvSpPr>
        <p:spPr>
          <a:xfrm>
            <a:off x="3647333" y="4396867"/>
            <a:ext cx="7730000" cy="587600"/>
          </a:xfrm>
          <a:prstGeom prst="rect">
            <a:avLst/>
          </a:prstGeom>
        </p:spPr>
        <p:txBody>
          <a:bodyPr spcFirstLastPara="1" wrap="square" lIns="121900" tIns="121900" rIns="121900" bIns="121900" anchor="t" anchorCtr="0">
            <a:noAutofit/>
          </a:bodyPr>
          <a:lstStyle/>
          <a:p>
            <a:pPr marL="0" indent="0"/>
            <a:r>
              <a:rPr lang="en-US" sz="1800" dirty="0"/>
              <a:t>Functions, Variable Scope &amp; Exception Handling</a:t>
            </a:r>
            <a:endParaRPr sz="1800" dirty="0"/>
          </a:p>
        </p:txBody>
      </p:sp>
      <p:sp>
        <p:nvSpPr>
          <p:cNvPr id="240" name="Google Shape;240;p31"/>
          <p:cNvSpPr txBox="1"/>
          <p:nvPr/>
        </p:nvSpPr>
        <p:spPr>
          <a:xfrm>
            <a:off x="2796400" y="761333"/>
            <a:ext cx="939600" cy="1160000"/>
          </a:xfrm>
          <a:prstGeom prst="rect">
            <a:avLst/>
          </a:prstGeom>
          <a:noFill/>
          <a:ln>
            <a:noFill/>
          </a:ln>
        </p:spPr>
        <p:txBody>
          <a:bodyPr spcFirstLastPara="1" wrap="square" lIns="121900" tIns="121900" rIns="121900" bIns="121900" anchor="t" anchorCtr="0">
            <a:noAutofit/>
          </a:bodyPr>
          <a:lstStyle/>
          <a:p>
            <a:r>
              <a:rPr lang="en" sz="6667">
                <a:solidFill>
                  <a:schemeClr val="accent1"/>
                </a:solidFill>
                <a:latin typeface="Comfortaa"/>
                <a:ea typeface="Comfortaa"/>
                <a:cs typeface="Comfortaa"/>
                <a:sym typeface="Comfortaa"/>
              </a:rPr>
              <a:t>{</a:t>
            </a:r>
            <a:endParaRPr sz="6667">
              <a:solidFill>
                <a:schemeClr val="accent1"/>
              </a:solidFill>
              <a:latin typeface="Comfortaa"/>
              <a:ea typeface="Comfortaa"/>
              <a:cs typeface="Comfortaa"/>
              <a:sym typeface="Comfortaa"/>
            </a:endParaRPr>
          </a:p>
        </p:txBody>
      </p:sp>
      <p:sp>
        <p:nvSpPr>
          <p:cNvPr id="241" name="Google Shape;241;p31"/>
          <p:cNvSpPr txBox="1"/>
          <p:nvPr/>
        </p:nvSpPr>
        <p:spPr>
          <a:xfrm>
            <a:off x="11450667" y="5335900"/>
            <a:ext cx="692400" cy="1012400"/>
          </a:xfrm>
          <a:prstGeom prst="rect">
            <a:avLst/>
          </a:prstGeom>
          <a:noFill/>
          <a:ln>
            <a:noFill/>
          </a:ln>
        </p:spPr>
        <p:txBody>
          <a:bodyPr spcFirstLastPara="1" wrap="square" lIns="121900" tIns="121900" rIns="121900" bIns="121900" anchor="ctr" anchorCtr="0">
            <a:noAutofit/>
          </a:bodyPr>
          <a:lstStyle/>
          <a:p>
            <a:r>
              <a:rPr lang="en" sz="6667">
                <a:solidFill>
                  <a:schemeClr val="accent3"/>
                </a:solidFill>
                <a:latin typeface="Comfortaa"/>
                <a:ea typeface="Comfortaa"/>
                <a:cs typeface="Comfortaa"/>
                <a:sym typeface="Comfortaa"/>
              </a:rPr>
              <a:t>}</a:t>
            </a:r>
            <a:endParaRPr sz="6667">
              <a:solidFill>
                <a:schemeClr val="accent3"/>
              </a:solidFill>
              <a:latin typeface="Comfortaa"/>
              <a:ea typeface="Comfortaa"/>
              <a:cs typeface="Comfortaa"/>
              <a:sym typeface="Comfortaa"/>
            </a:endParaRPr>
          </a:p>
        </p:txBody>
      </p:sp>
      <p:sp>
        <p:nvSpPr>
          <p:cNvPr id="242" name="Google Shape;242;p31"/>
          <p:cNvSpPr txBox="1"/>
          <p:nvPr/>
        </p:nvSpPr>
        <p:spPr>
          <a:xfrm>
            <a:off x="3796500" y="5477887"/>
            <a:ext cx="1930000" cy="728400"/>
          </a:xfrm>
          <a:prstGeom prst="rect">
            <a:avLst/>
          </a:prstGeom>
          <a:noFill/>
          <a:ln>
            <a:noFill/>
          </a:ln>
        </p:spPr>
        <p:txBody>
          <a:bodyPr spcFirstLastPara="1" wrap="square" lIns="121900" tIns="121900" rIns="121900" bIns="121900" anchor="b" anchorCtr="0">
            <a:noAutofit/>
          </a:bodyPr>
          <a:lstStyle/>
          <a:p>
            <a:pPr algn="r"/>
            <a:r>
              <a:rPr lang="en" sz="6667">
                <a:solidFill>
                  <a:schemeClr val="accent2"/>
                </a:solidFill>
                <a:latin typeface="Fira Code"/>
                <a:ea typeface="Fira Code"/>
                <a:cs typeface="Fira Code"/>
                <a:sym typeface="Fira Code"/>
              </a:rPr>
              <a:t>...</a:t>
            </a:r>
            <a:endParaRPr sz="6667">
              <a:solidFill>
                <a:schemeClr val="accent2"/>
              </a:solidFill>
            </a:endParaRPr>
          </a:p>
        </p:txBody>
      </p:sp>
      <p:grpSp>
        <p:nvGrpSpPr>
          <p:cNvPr id="243" name="Google Shape;243;p31"/>
          <p:cNvGrpSpPr/>
          <p:nvPr/>
        </p:nvGrpSpPr>
        <p:grpSpPr>
          <a:xfrm>
            <a:off x="10746533" y="595000"/>
            <a:ext cx="630800" cy="248667"/>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340174" y="928585"/>
            <a:ext cx="3170543" cy="5210084"/>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6"/>
          <p:cNvSpPr txBox="1">
            <a:spLocks noGrp="1"/>
          </p:cNvSpPr>
          <p:nvPr>
            <p:ph type="subTitle" idx="1"/>
          </p:nvPr>
        </p:nvSpPr>
        <p:spPr>
          <a:xfrm>
            <a:off x="3334801" y="2844417"/>
            <a:ext cx="7658000" cy="2484400"/>
          </a:xfrm>
          <a:prstGeom prst="rect">
            <a:avLst/>
          </a:prstGeom>
        </p:spPr>
        <p:txBody>
          <a:bodyPr spcFirstLastPara="1" wrap="square" lIns="121900" tIns="121900" rIns="121900" bIns="121900" anchor="b" anchorCtr="0">
            <a:noAutofit/>
          </a:bodyPr>
          <a:lstStyle/>
          <a:p>
            <a:pPr marL="0" indent="0"/>
            <a:r>
              <a:rPr lang="en-US" i="1" dirty="0"/>
              <a:t>"No matter how many mistakes you make or how slow you progress, you are still way ahead of everyone who isn't trying."</a:t>
            </a:r>
            <a:r>
              <a:rPr lang="en-US" dirty="0"/>
              <a:t> – Tony Robbins</a:t>
            </a:r>
            <a:endParaRPr dirty="0"/>
          </a:p>
        </p:txBody>
      </p:sp>
      <p:grpSp>
        <p:nvGrpSpPr>
          <p:cNvPr id="804" name="Google Shape;804;p46"/>
          <p:cNvGrpSpPr/>
          <p:nvPr/>
        </p:nvGrpSpPr>
        <p:grpSpPr>
          <a:xfrm>
            <a:off x="478568" y="2490234"/>
            <a:ext cx="2856233" cy="3648433"/>
            <a:chOff x="358925" y="1867675"/>
            <a:chExt cx="2142175" cy="2736325"/>
          </a:xfrm>
        </p:grpSpPr>
        <p:sp>
          <p:nvSpPr>
            <p:cNvPr id="805" name="Google Shape;805;p46"/>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06" name="Google Shape;806;p46"/>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07" name="Google Shape;807;p46"/>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08" name="Google Shape;808;p46"/>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09" name="Google Shape;809;p46"/>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0" name="Google Shape;810;p46"/>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1" name="Google Shape;811;p46"/>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2" name="Google Shape;812;p46"/>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3" name="Google Shape;813;p46"/>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4" name="Google Shape;814;p46"/>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15" name="Google Shape;815;p46"/>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6" name="Google Shape;816;p46"/>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17" name="Google Shape;817;p46"/>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8" name="Google Shape;818;p46"/>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9" name="Google Shape;819;p46"/>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0" name="Google Shape;820;p46"/>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1" name="Google Shape;821;p46"/>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2" name="Google Shape;822;p46"/>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23" name="Google Shape;823;p46"/>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4" name="Google Shape;824;p46"/>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25" name="Google Shape;825;p46"/>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26" name="Google Shape;826;p46"/>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7" name="Google Shape;827;p46"/>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8" name="Google Shape;828;p46"/>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9" name="Google Shape;829;p46"/>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30" name="Google Shape;830;p46"/>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1" name="Google Shape;831;p46"/>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2" name="Google Shape;832;p46"/>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3" name="Google Shape;833;p46"/>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4" name="Google Shape;834;p46"/>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5" name="Google Shape;835;p46"/>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836" name="Google Shape;836;p46"/>
          <p:cNvSpPr txBox="1"/>
          <p:nvPr/>
        </p:nvSpPr>
        <p:spPr>
          <a:xfrm>
            <a:off x="301751" y="395167"/>
            <a:ext cx="939600" cy="1160000"/>
          </a:xfrm>
          <a:prstGeom prst="rect">
            <a:avLst/>
          </a:prstGeom>
          <a:noFill/>
          <a:ln>
            <a:noFill/>
          </a:ln>
        </p:spPr>
        <p:txBody>
          <a:bodyPr spcFirstLastPara="1" wrap="square" lIns="121900" tIns="121900" rIns="121900" bIns="121900" anchor="t" anchorCtr="0">
            <a:noAutofit/>
          </a:bodyPr>
          <a:lstStyle/>
          <a:p>
            <a:r>
              <a:rPr lang="en" sz="6667">
                <a:solidFill>
                  <a:schemeClr val="accent2"/>
                </a:solidFill>
                <a:latin typeface="Comfortaa"/>
                <a:ea typeface="Comfortaa"/>
                <a:cs typeface="Comfortaa"/>
                <a:sym typeface="Comfortaa"/>
              </a:rPr>
              <a:t>{</a:t>
            </a:r>
            <a:endParaRPr sz="6667">
              <a:solidFill>
                <a:schemeClr val="accent2"/>
              </a:solidFill>
              <a:latin typeface="Comfortaa"/>
              <a:ea typeface="Comfortaa"/>
              <a:cs typeface="Comfortaa"/>
              <a:sym typeface="Comfortaa"/>
            </a:endParaRPr>
          </a:p>
        </p:txBody>
      </p:sp>
      <p:sp>
        <p:nvSpPr>
          <p:cNvPr id="837" name="Google Shape;837;p46"/>
          <p:cNvSpPr txBox="1"/>
          <p:nvPr/>
        </p:nvSpPr>
        <p:spPr>
          <a:xfrm>
            <a:off x="9791700" y="5537200"/>
            <a:ext cx="692400" cy="1012400"/>
          </a:xfrm>
          <a:prstGeom prst="rect">
            <a:avLst/>
          </a:prstGeom>
          <a:noFill/>
          <a:ln>
            <a:noFill/>
          </a:ln>
        </p:spPr>
        <p:txBody>
          <a:bodyPr spcFirstLastPara="1" wrap="square" lIns="121900" tIns="121900" rIns="121900" bIns="121900" anchor="t" anchorCtr="0">
            <a:noAutofit/>
          </a:bodyPr>
          <a:lstStyle/>
          <a:p>
            <a:r>
              <a:rPr lang="en" sz="6667">
                <a:solidFill>
                  <a:schemeClr val="accent3"/>
                </a:solidFill>
                <a:latin typeface="Comfortaa"/>
                <a:ea typeface="Comfortaa"/>
                <a:cs typeface="Comfortaa"/>
                <a:sym typeface="Comfortaa"/>
              </a:rPr>
              <a:t>}</a:t>
            </a:r>
            <a:endParaRPr sz="6667">
              <a:solidFill>
                <a:schemeClr val="accent3"/>
              </a:solidFill>
              <a:latin typeface="Comfortaa"/>
              <a:ea typeface="Comfortaa"/>
              <a:cs typeface="Comfortaa"/>
              <a:sym typeface="Comfortaa"/>
            </a:endParaRPr>
          </a:p>
        </p:txBody>
      </p:sp>
      <p:sp>
        <p:nvSpPr>
          <p:cNvPr id="838" name="Google Shape;838;p46"/>
          <p:cNvSpPr txBox="1"/>
          <p:nvPr/>
        </p:nvSpPr>
        <p:spPr>
          <a:xfrm>
            <a:off x="10602333" y="58212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2"/>
                </a:solidFill>
                <a:latin typeface="Fira Code"/>
                <a:ea typeface="Fira Code"/>
                <a:cs typeface="Fira Code"/>
                <a:sym typeface="Fira Code"/>
              </a:rPr>
              <a:t>..</a:t>
            </a:r>
            <a:endParaRPr sz="6667">
              <a:solidFill>
                <a:schemeClr val="accent2"/>
              </a:solidFill>
            </a:endParaRPr>
          </a:p>
        </p:txBody>
      </p:sp>
      <p:sp>
        <p:nvSpPr>
          <p:cNvPr id="839" name="Google Shape;839;p46"/>
          <p:cNvSpPr txBox="1"/>
          <p:nvPr/>
        </p:nvSpPr>
        <p:spPr>
          <a:xfrm>
            <a:off x="894217" y="6814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5"/>
                </a:solidFill>
                <a:latin typeface="Fira Code"/>
                <a:ea typeface="Fira Code"/>
                <a:cs typeface="Fira Code"/>
                <a:sym typeface="Fira Code"/>
              </a:rPr>
              <a:t>..</a:t>
            </a:r>
            <a:endParaRPr sz="6667">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Contents </a:t>
            </a:r>
            <a:r>
              <a:rPr lang="en" dirty="0">
                <a:solidFill>
                  <a:schemeClr val="accent4"/>
                </a:solidFill>
              </a:rPr>
              <a:t>of Day 6</a:t>
            </a:r>
            <a:endParaRPr dirty="0">
              <a:solidFill>
                <a:schemeClr val="accent4"/>
              </a:solidFill>
            </a:endParaRPr>
          </a:p>
        </p:txBody>
      </p:sp>
      <p:sp>
        <p:nvSpPr>
          <p:cNvPr id="298" name="Google Shape;298;p32"/>
          <p:cNvSpPr txBox="1">
            <a:spLocks noGrp="1"/>
          </p:cNvSpPr>
          <p:nvPr>
            <p:ph type="body" idx="1"/>
          </p:nvPr>
        </p:nvSpPr>
        <p:spPr>
          <a:xfrm>
            <a:off x="960000" y="1621000"/>
            <a:ext cx="10272000" cy="3751600"/>
          </a:xfrm>
          <a:prstGeom prst="rect">
            <a:avLst/>
          </a:prstGeom>
        </p:spPr>
        <p:txBody>
          <a:bodyPr spcFirstLastPara="1" wrap="square" lIns="121900" tIns="121900" rIns="121900" bIns="121900" anchor="t" anchorCtr="0">
            <a:noAutofit/>
          </a:bodyPr>
          <a:lstStyle/>
          <a:p>
            <a:pPr marL="0" indent="0">
              <a:buNone/>
            </a:pPr>
            <a:r>
              <a:rPr lang="en-US" dirty="0"/>
              <a:t>Conditional Execution &amp; Loops</a:t>
            </a:r>
          </a:p>
        </p:txBody>
      </p:sp>
      <p:graphicFrame>
        <p:nvGraphicFramePr>
          <p:cNvPr id="299" name="Google Shape;299;p32"/>
          <p:cNvGraphicFramePr/>
          <p:nvPr/>
        </p:nvGraphicFramePr>
        <p:xfrm>
          <a:off x="960000" y="2306887"/>
          <a:ext cx="10272000" cy="2410165"/>
        </p:xfrm>
        <a:graphic>
          <a:graphicData uri="http://schemas.openxmlformats.org/drawingml/2006/table">
            <a:tbl>
              <a:tblPr>
                <a:noFill/>
              </a:tblPr>
              <a:tblGrid>
                <a:gridCol w="3326100">
                  <a:extLst>
                    <a:ext uri="{9D8B030D-6E8A-4147-A177-3AD203B41FA5}">
                      <a16:colId xmlns:a16="http://schemas.microsoft.com/office/drawing/2014/main" val="20000"/>
                    </a:ext>
                  </a:extLst>
                </a:gridCol>
                <a:gridCol w="6945900">
                  <a:extLst>
                    <a:ext uri="{9D8B030D-6E8A-4147-A177-3AD203B41FA5}">
                      <a16:colId xmlns:a16="http://schemas.microsoft.com/office/drawing/2014/main" val="20001"/>
                    </a:ext>
                  </a:extLst>
                </a:gridCol>
              </a:tblGrid>
              <a:tr h="482033">
                <a:tc>
                  <a:txBody>
                    <a:bodyPr/>
                    <a:lstStyle/>
                    <a:p>
                      <a:pPr marL="0" lvl="0" indent="0" algn="l" rtl="0">
                        <a:spcBef>
                          <a:spcPts val="0"/>
                        </a:spcBef>
                        <a:spcAft>
                          <a:spcPts val="0"/>
                        </a:spcAft>
                        <a:buNone/>
                      </a:pPr>
                      <a:r>
                        <a:rPr lang="en" sz="1500" dirty="0">
                          <a:solidFill>
                            <a:schemeClr val="dk2"/>
                          </a:solidFill>
                          <a:uFill>
                            <a:noFill/>
                          </a:uFill>
                          <a:latin typeface="Source Code Pro"/>
                          <a:ea typeface="Source Code Pro"/>
                          <a:cs typeface="Source Code Pro"/>
                          <a:sym typeface="Source Code Pro"/>
                        </a:rPr>
                        <a:t>Recap &amp; introduction</a:t>
                      </a:r>
                      <a:endParaRPr sz="1500" dirty="0">
                        <a:solidFill>
                          <a:schemeClr val="dk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latin typeface="Source Code Pro" panose="020B0509030403020204" pitchFamily="49" charset="0"/>
                          <a:ea typeface="Source Code Pro" panose="020B0509030403020204" pitchFamily="49" charset="0"/>
                        </a:rPr>
                        <a:t>Review of Python Control Flow (Loops &amp; Conditionals) &amp; Motivational Lecture.</a:t>
                      </a:r>
                      <a:endParaRPr sz="1300" dirty="0">
                        <a:solidFill>
                          <a:schemeClr val="dk1"/>
                        </a:solidFill>
                        <a:latin typeface="Source Code Pro" panose="020B0509030403020204" pitchFamily="49" charset="0"/>
                        <a:ea typeface="Source Code Pro" panose="020B0509030403020204" pitchFamily="49" charset="0"/>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482033">
                <a:tc>
                  <a:txBody>
                    <a:bodyPr/>
                    <a:lstStyle/>
                    <a:p>
                      <a:pPr marL="0" lvl="0" indent="0" algn="l" rtl="0">
                        <a:spcBef>
                          <a:spcPts val="0"/>
                        </a:spcBef>
                        <a:spcAft>
                          <a:spcPts val="0"/>
                        </a:spcAft>
                        <a:buNone/>
                      </a:pPr>
                      <a:r>
                        <a:rPr lang="en" sz="1500" dirty="0">
                          <a:solidFill>
                            <a:schemeClr val="accent2"/>
                          </a:solidFill>
                          <a:uFill>
                            <a:noFill/>
                          </a:uFill>
                          <a:latin typeface="Source Code Pro"/>
                          <a:ea typeface="Source Code Pro"/>
                          <a:cs typeface="Source Code Pro"/>
                          <a:sym typeface="Source Code Pro"/>
                        </a:rPr>
                        <a:t>Core Thoery</a:t>
                      </a:r>
                      <a:endParaRPr sz="1500" dirty="0">
                        <a:solidFill>
                          <a:schemeClr val="accent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300" dirty="0">
                          <a:solidFill>
                            <a:schemeClr val="dk1"/>
                          </a:solidFill>
                          <a:latin typeface="Source Code Pro"/>
                          <a:ea typeface="Source Code Pro"/>
                          <a:cs typeface="Source Code Pro"/>
                          <a:sym typeface="Source Code Pro"/>
                        </a:rPr>
                        <a:t>Understanding Functions, Variable Scope, Lambda expressions, Map/Filter, and Inner functions.</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482033">
                <a:tc>
                  <a:txBody>
                    <a:bodyPr/>
                    <a:lstStyle/>
                    <a:p>
                      <a:pPr marL="0" lvl="0" indent="0" algn="l" rtl="0">
                        <a:spcBef>
                          <a:spcPts val="0"/>
                        </a:spcBef>
                        <a:spcAft>
                          <a:spcPts val="0"/>
                        </a:spcAft>
                        <a:buNone/>
                      </a:pPr>
                      <a:r>
                        <a:rPr lang="en" sz="1500" dirty="0">
                          <a:solidFill>
                            <a:schemeClr val="accent4"/>
                          </a:solidFill>
                          <a:uFill>
                            <a:noFill/>
                          </a:uFill>
                          <a:latin typeface="Source Code Pro"/>
                          <a:ea typeface="Source Code Pro"/>
                          <a:cs typeface="Source Code Pro"/>
                          <a:sym typeface="Source Code Pro"/>
                        </a:rPr>
                        <a:t>Lab Practice</a:t>
                      </a:r>
                      <a:endParaRPr sz="1500" dirty="0">
                        <a:solidFill>
                          <a:schemeClr val="accent4"/>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Practical coding tasks implementing custom functions, variable scope, and lambda expressions.</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482033">
                <a:tc>
                  <a:txBody>
                    <a:bodyPr/>
                    <a:lstStyle/>
                    <a:p>
                      <a:pPr marL="0" lvl="0" indent="0" algn="l" rtl="0">
                        <a:spcBef>
                          <a:spcPts val="0"/>
                        </a:spcBef>
                        <a:spcAft>
                          <a:spcPts val="0"/>
                        </a:spcAft>
                        <a:buNone/>
                      </a:pPr>
                      <a:r>
                        <a:rPr lang="en" sz="1500" dirty="0">
                          <a:solidFill>
                            <a:schemeClr val="accent5"/>
                          </a:solidFill>
                          <a:uFill>
                            <a:noFill/>
                          </a:uFill>
                          <a:latin typeface="Source Code Pro"/>
                          <a:ea typeface="Source Code Pro"/>
                          <a:cs typeface="Source Code Pro"/>
                          <a:sym typeface="Source Code Pro"/>
                        </a:rPr>
                        <a:t>Advance Lab</a:t>
                      </a:r>
                      <a:endParaRPr sz="1500" dirty="0">
                        <a:solidFill>
                          <a:schemeClr val="accent5"/>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Managing files (File Handling) and handling errors gracefully (Exception Handling).</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482033">
                <a:tc>
                  <a:txBody>
                    <a:bodyPr/>
                    <a:lstStyle/>
                    <a:p>
                      <a:pPr marL="0" lvl="0" indent="0" algn="l" rtl="0">
                        <a:spcBef>
                          <a:spcPts val="0"/>
                        </a:spcBef>
                        <a:spcAft>
                          <a:spcPts val="0"/>
                        </a:spcAft>
                        <a:buNone/>
                      </a:pPr>
                      <a:r>
                        <a:rPr lang="en" sz="1500" dirty="0">
                          <a:solidFill>
                            <a:schemeClr val="accent1"/>
                          </a:solidFill>
                          <a:uFill>
                            <a:noFill/>
                          </a:uFill>
                          <a:latin typeface="Source Code Pro"/>
                          <a:ea typeface="Source Code Pro"/>
                          <a:cs typeface="Source Code Pro"/>
                          <a:sym typeface="Source Code Pro"/>
                        </a:rPr>
                        <a:t>Wrap-up &amp; Q&amp;A</a:t>
                      </a:r>
                      <a:endParaRPr sz="1500" dirty="0">
                        <a:solidFill>
                          <a:schemeClr val="accent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US" sz="1300" dirty="0">
                          <a:solidFill>
                            <a:schemeClr val="dk1"/>
                          </a:solidFill>
                          <a:latin typeface="Source Code Pro"/>
                          <a:ea typeface="Source Code Pro"/>
                          <a:cs typeface="Source Code Pro"/>
                          <a:sym typeface="Source Code Pro"/>
                        </a:rPr>
                        <a:t>Debugging tips for functions and setting up for Object-Oriented Programming (OOP).</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0" name="Google Shape;300;p32"/>
          <p:cNvSpPr txBox="1"/>
          <p:nvPr/>
        </p:nvSpPr>
        <p:spPr>
          <a:xfrm>
            <a:off x="951099" y="5523067"/>
            <a:ext cx="4085200" cy="615600"/>
          </a:xfrm>
          <a:prstGeom prst="rect">
            <a:avLst/>
          </a:prstGeom>
          <a:noFill/>
          <a:ln>
            <a:noFill/>
          </a:ln>
        </p:spPr>
        <p:txBody>
          <a:bodyPr spcFirstLastPara="1" wrap="square" lIns="121900" tIns="121900" rIns="121900" bIns="121900" anchor="t" anchorCtr="0">
            <a:noAutofit/>
          </a:bodyPr>
          <a:lstStyle/>
          <a:p>
            <a:endParaRPr sz="1467" dirty="0">
              <a:solidFill>
                <a:schemeClr val="accent3"/>
              </a:solidFill>
              <a:latin typeface="Source Code Pro"/>
              <a:ea typeface="Source Code Pro"/>
              <a:cs typeface="Source Code Pro"/>
              <a:sym typeface="Source Code Pro"/>
            </a:endParaRPr>
          </a:p>
        </p:txBody>
      </p:sp>
      <p:sp>
        <p:nvSpPr>
          <p:cNvPr id="301" name="Google Shape;301;p32"/>
          <p:cNvSpPr txBox="1"/>
          <p:nvPr/>
        </p:nvSpPr>
        <p:spPr>
          <a:xfrm>
            <a:off x="3361641" y="5328832"/>
            <a:ext cx="5875200" cy="1361527"/>
          </a:xfrm>
          <a:prstGeom prst="rect">
            <a:avLst/>
          </a:prstGeom>
          <a:noFill/>
          <a:ln>
            <a:noFill/>
          </a:ln>
        </p:spPr>
        <p:txBody>
          <a:bodyPr spcFirstLastPara="1" wrap="square" lIns="121900" tIns="121900" rIns="121900" bIns="121900" anchor="t" anchorCtr="0">
            <a:noAutofit/>
          </a:bodyPr>
          <a:lstStyle/>
          <a:p>
            <a:r>
              <a:rPr lang="en" sz="1467" dirty="0">
                <a:solidFill>
                  <a:schemeClr val="dk1"/>
                </a:solidFill>
                <a:latin typeface="Source Code Pro"/>
                <a:ea typeface="Source Code Pro"/>
                <a:cs typeface="Source Code Pro"/>
                <a:sym typeface="Source Code Pro"/>
              </a:rPr>
              <a:t>Important:</a:t>
            </a:r>
            <a:br>
              <a:rPr lang="en" sz="1467" dirty="0">
                <a:solidFill>
                  <a:schemeClr val="dk1"/>
                </a:solid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Use of AI for solving given task is now allowed.</a:t>
            </a:r>
            <a:br>
              <a:rPr lang="en-US" sz="1467" dirty="0">
                <a:solidFill>
                  <a:schemeClr val="accent3"/>
                </a:solidFill>
                <a:uFill>
                  <a:noFill/>
                </a:u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Cellphones must be put on silent.</a:t>
            </a:r>
            <a:br>
              <a:rPr lang="en-US" sz="1467" dirty="0">
                <a:solidFill>
                  <a:schemeClr val="accent3"/>
                </a:solidFill>
                <a:uFill>
                  <a:noFill/>
                </a:uFill>
                <a:latin typeface="Source Code Pro"/>
                <a:ea typeface="Source Code Pro"/>
                <a:cs typeface="Source Code Pro"/>
                <a:sym typeface="Source Code Pro"/>
              </a:rPr>
            </a:br>
            <a:br>
              <a:rPr lang="en-US" sz="1467" dirty="0">
                <a:solidFill>
                  <a:schemeClr val="accent3"/>
                </a:solidFill>
                <a:uFill>
                  <a:noFill/>
                </a:uFill>
                <a:latin typeface="Source Code Pro"/>
                <a:ea typeface="Source Code Pro"/>
                <a:cs typeface="Source Code Pro"/>
                <a:sym typeface="Source Code Pro"/>
              </a:rPr>
            </a:br>
            <a:endParaRPr lang="en-US" sz="1467" dirty="0">
              <a:solidFill>
                <a:schemeClr val="accent3"/>
              </a:solidFill>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Today Objective - </a:t>
            </a:r>
            <a:r>
              <a:rPr lang="en-US" dirty="0">
                <a:solidFill>
                  <a:schemeClr val="lt2"/>
                </a:solidFill>
              </a:rPr>
              <a:t>Functions &amp; Scope</a:t>
            </a:r>
            <a:endParaRPr dirty="0">
              <a:solidFill>
                <a:schemeClr val="lt2"/>
              </a:solidFill>
            </a:endParaRPr>
          </a:p>
        </p:txBody>
      </p:sp>
      <p:sp>
        <p:nvSpPr>
          <p:cNvPr id="432" name="Google Shape;432;p36"/>
          <p:cNvSpPr txBox="1">
            <a:spLocks noGrp="1"/>
          </p:cNvSpPr>
          <p:nvPr>
            <p:ph type="subTitle" idx="1"/>
          </p:nvPr>
        </p:nvSpPr>
        <p:spPr>
          <a:xfrm>
            <a:off x="6004560" y="1924167"/>
            <a:ext cx="5227437" cy="3675216"/>
          </a:xfrm>
          <a:prstGeom prst="rect">
            <a:avLst/>
          </a:prstGeom>
        </p:spPr>
        <p:txBody>
          <a:bodyPr spcFirstLastPara="1" wrap="square" lIns="121900" tIns="121900" rIns="121900" bIns="121900" anchor="t" anchorCtr="0">
            <a:noAutofit/>
          </a:bodyPr>
          <a:lstStyle/>
          <a:p>
            <a:pPr marL="0" indent="0"/>
            <a:r>
              <a:rPr lang="en-US" sz="1800" dirty="0"/>
              <a:t>Imagine a huge car factory. You don't build a car from scratch in one single room. Instead, you have different machines (stations). One machine installs doors. Another paints the car. In Python, </a:t>
            </a:r>
            <a:r>
              <a:rPr lang="en-US" sz="1800" dirty="0">
                <a:solidFill>
                  <a:schemeClr val="accent1"/>
                </a:solidFill>
              </a:rPr>
              <a:t>Functions</a:t>
            </a:r>
            <a:r>
              <a:rPr lang="en-US" sz="1800" dirty="0"/>
              <a:t> are those machines. You write the code for a specific task once, and then you can </a:t>
            </a:r>
            <a:r>
              <a:rPr lang="en-US" sz="1800" dirty="0">
                <a:solidFill>
                  <a:schemeClr val="accent2"/>
                </a:solidFill>
              </a:rPr>
              <a:t>reuse</a:t>
            </a:r>
            <a:r>
              <a:rPr lang="en-US" sz="1800" dirty="0"/>
              <a:t> that "machine" whenever you need it without rewriting the code!</a:t>
            </a:r>
            <a:endParaRPr sz="1600" dirty="0"/>
          </a:p>
        </p:txBody>
      </p:sp>
      <p:sp>
        <p:nvSpPr>
          <p:cNvPr id="433" name="Google Shape;433;p36"/>
          <p:cNvSpPr txBox="1">
            <a:spLocks noGrp="1"/>
          </p:cNvSpPr>
          <p:nvPr>
            <p:ph type="subTitle" idx="2"/>
          </p:nvPr>
        </p:nvSpPr>
        <p:spPr>
          <a:xfrm>
            <a:off x="858667" y="1924167"/>
            <a:ext cx="4802800" cy="3244000"/>
          </a:xfrm>
          <a:prstGeom prst="rect">
            <a:avLst/>
          </a:prstGeom>
        </p:spPr>
        <p:txBody>
          <a:bodyPr spcFirstLastPara="1" wrap="square" lIns="121900" tIns="121900" rIns="121900" bIns="121900" anchor="t" anchorCtr="0">
            <a:noAutofit/>
          </a:bodyPr>
          <a:lstStyle/>
          <a:p>
            <a:pPr marL="0" indent="0"/>
            <a:r>
              <a:rPr lang="en" dirty="0"/>
              <a:t>Why </a:t>
            </a:r>
            <a:r>
              <a:rPr lang="en" dirty="0">
                <a:solidFill>
                  <a:schemeClr val="accent1"/>
                </a:solidFill>
              </a:rPr>
              <a:t>Functions</a:t>
            </a:r>
            <a:r>
              <a:rPr lang="en" dirty="0">
                <a:solidFill>
                  <a:schemeClr val="tx2"/>
                </a:solidFill>
              </a:rPr>
              <a:t> </a:t>
            </a:r>
            <a:r>
              <a:rPr lang="en" dirty="0"/>
              <a:t>matters ?</a:t>
            </a:r>
            <a:br>
              <a:rPr lang="en" dirty="0"/>
            </a:br>
            <a:br>
              <a:rPr lang="en" dirty="0"/>
            </a:br>
            <a:r>
              <a:rPr lang="en-US" sz="1600" dirty="0"/>
              <a:t>In AI and Machine Learning, you will perform the same data cleaning tasks millions of times. Functions prevent you from writing the same code over and over, making your AI pipeline clean, readable, and fast.</a:t>
            </a:r>
            <a:endParaRPr sz="1600" dirty="0"/>
          </a:p>
        </p:txBody>
      </p:sp>
      <p:grpSp>
        <p:nvGrpSpPr>
          <p:cNvPr id="434" name="Google Shape;434;p36"/>
          <p:cNvGrpSpPr/>
          <p:nvPr/>
        </p:nvGrpSpPr>
        <p:grpSpPr>
          <a:xfrm>
            <a:off x="466720" y="5258667"/>
            <a:ext cx="3381529" cy="1183100"/>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48" name="Google Shape;448;p36"/>
          <p:cNvSpPr txBox="1"/>
          <p:nvPr/>
        </p:nvSpPr>
        <p:spPr>
          <a:xfrm>
            <a:off x="11057114" y="5098830"/>
            <a:ext cx="849313" cy="1340186"/>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449" name="Google Shape;449;p36"/>
          <p:cNvSpPr txBox="1"/>
          <p:nvPr/>
        </p:nvSpPr>
        <p:spPr>
          <a:xfrm>
            <a:off x="7692953" y="5664067"/>
            <a:ext cx="1301600" cy="728400"/>
          </a:xfrm>
          <a:prstGeom prst="rect">
            <a:avLst/>
          </a:prstGeom>
          <a:noFill/>
          <a:ln>
            <a:noFill/>
          </a:ln>
        </p:spPr>
        <p:txBody>
          <a:bodyPr spcFirstLastPara="1" wrap="square" lIns="121900" tIns="121900" rIns="121900" bIns="121900" anchor="ctr" anchorCtr="0">
            <a:noAutofit/>
          </a:bodyPr>
          <a:lstStyle/>
          <a:p>
            <a:pPr algn="r"/>
            <a:r>
              <a:rPr lang="en" sz="6667" dirty="0">
                <a:solidFill>
                  <a:schemeClr val="accent2"/>
                </a:solidFill>
                <a:latin typeface="Fira Code"/>
                <a:ea typeface="Fira Code"/>
                <a:cs typeface="Fira Code"/>
                <a:sym typeface="Fira Code"/>
              </a:rPr>
              <a:t>..</a:t>
            </a:r>
            <a:endParaRPr sz="6667" dirty="0">
              <a:solidFill>
                <a:schemeClr val="accen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grpSp>
        <p:nvGrpSpPr>
          <p:cNvPr id="504" name="Google Shape;504;p38"/>
          <p:cNvGrpSpPr/>
          <p:nvPr/>
        </p:nvGrpSpPr>
        <p:grpSpPr>
          <a:xfrm>
            <a:off x="466720" y="5258667"/>
            <a:ext cx="3381529" cy="1183100"/>
            <a:chOff x="880714" y="3731738"/>
            <a:chExt cx="2536147" cy="887325"/>
          </a:xfrm>
        </p:grpSpPr>
        <p:sp>
          <p:nvSpPr>
            <p:cNvPr id="505" name="Google Shape;505;p38"/>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6" name="Google Shape;506;p38"/>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7" name="Google Shape;507;p38"/>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8" name="Google Shape;508;p38"/>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9" name="Google Shape;509;p38"/>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0" name="Google Shape;510;p38"/>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1" name="Google Shape;511;p38"/>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2" name="Google Shape;512;p38"/>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3" name="Google Shape;513;p38"/>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4" name="Google Shape;514;p38"/>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5" name="Google Shape;515;p38"/>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6" name="Google Shape;516;p38"/>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7" name="Google Shape;517;p38"/>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497" name="Google Shape;497;p38"/>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8" name="Google Shape;498;p38"/>
          <p:cNvSpPr txBox="1">
            <a:spLocks noGrp="1"/>
          </p:cNvSpPr>
          <p:nvPr>
            <p:ph type="subTitle" idx="1"/>
          </p:nvPr>
        </p:nvSpPr>
        <p:spPr>
          <a:xfrm>
            <a:off x="6422869" y="2337300"/>
            <a:ext cx="3719200" cy="1974000"/>
          </a:xfrm>
          <a:prstGeom prst="rect">
            <a:avLst/>
          </a:prstGeom>
        </p:spPr>
        <p:txBody>
          <a:bodyPr spcFirstLastPara="1" wrap="square" lIns="121900" tIns="121900" rIns="121900" bIns="121900" anchor="t" anchorCtr="0">
            <a:noAutofit/>
          </a:bodyPr>
          <a:lstStyle/>
          <a:p>
            <a:pPr marL="0" indent="0"/>
            <a:r>
              <a:rPr lang="en-US" sz="1600" dirty="0"/>
              <a:t>Always define a function using the </a:t>
            </a:r>
            <a:r>
              <a:rPr lang="en-US" dirty="0"/>
              <a:t>def</a:t>
            </a:r>
            <a:r>
              <a:rPr lang="en-US" sz="1600" dirty="0"/>
              <a:t> keyword </a:t>
            </a:r>
            <a:r>
              <a:rPr lang="en-US" sz="1600" i="1" dirty="0"/>
              <a:t>before</a:t>
            </a:r>
            <a:r>
              <a:rPr lang="en-US" sz="1600" dirty="0"/>
              <a:t> you call it. Be careful not to overwrite Global variables inside a Local function scope.</a:t>
            </a:r>
            <a:endParaRPr sz="1600" dirty="0"/>
          </a:p>
        </p:txBody>
      </p:sp>
      <p:sp>
        <p:nvSpPr>
          <p:cNvPr id="499" name="Google Shape;499;p38"/>
          <p:cNvSpPr txBox="1">
            <a:spLocks noGrp="1"/>
          </p:cNvSpPr>
          <p:nvPr>
            <p:ph type="subTitle" idx="2"/>
          </p:nvPr>
        </p:nvSpPr>
        <p:spPr>
          <a:xfrm>
            <a:off x="466720" y="1948351"/>
            <a:ext cx="4708235" cy="2969048"/>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600" dirty="0"/>
              <a:t>A function is a block of organized, reusable code that only runs when it is called. "Scope" determines where a variable can be seen or used (Local vs. Global)</a:t>
            </a:r>
          </a:p>
          <a:p>
            <a:pPr marL="0" indent="0"/>
            <a:endParaRPr lang="en-US" sz="1600" dirty="0"/>
          </a:p>
          <a:p>
            <a:pPr marL="0" indent="0"/>
            <a:r>
              <a:rPr lang="en-US" sz="1600" dirty="0">
                <a:solidFill>
                  <a:schemeClr val="accent3"/>
                </a:solidFill>
              </a:rPr>
              <a:t>Why we use it: </a:t>
            </a:r>
          </a:p>
          <a:p>
            <a:pPr marL="0" indent="0"/>
            <a:r>
              <a:rPr lang="en-US" sz="1600" dirty="0"/>
              <a:t>To divide a complex ML program into smaller, manageable chunks.</a:t>
            </a:r>
          </a:p>
        </p:txBody>
      </p:sp>
      <p:sp>
        <p:nvSpPr>
          <p:cNvPr id="500" name="Google Shape;500;p38"/>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p:cNvSpPr txBox="1">
            <a:spLocks noGrp="1"/>
          </p:cNvSpPr>
          <p:nvPr>
            <p:ph type="subTitle" idx="4"/>
          </p:nvPr>
        </p:nvSpPr>
        <p:spPr>
          <a:xfrm>
            <a:off x="6422869" y="1784600"/>
            <a:ext cx="3719200" cy="745200"/>
          </a:xfrm>
          <a:prstGeom prst="rect">
            <a:avLst/>
          </a:prstGeom>
        </p:spPr>
        <p:txBody>
          <a:bodyPr spcFirstLastPara="1" wrap="square" lIns="121900" tIns="121900" rIns="121900" bIns="121900" anchor="b" anchorCtr="0">
            <a:noAutofit/>
          </a:bodyPr>
          <a:lstStyle/>
          <a:p>
            <a:pPr marL="0" indent="0"/>
            <a:r>
              <a:rPr lang="en" sz="1600" dirty="0"/>
              <a:t>Rules:</a:t>
            </a:r>
            <a:endParaRPr sz="1600" dirty="0"/>
          </a:p>
        </p:txBody>
      </p:sp>
      <p:sp>
        <p:nvSpPr>
          <p:cNvPr id="502" name="Google Shape;502;p38"/>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6667" kern="0" dirty="0">
                <a:solidFill>
                  <a:srgbClr val="E81A81"/>
                </a:solidFill>
                <a:latin typeface="Comfortaa"/>
                <a:ea typeface="Comfortaa"/>
                <a:cs typeface="Comfortaa"/>
                <a:sym typeface="Comfortaa"/>
              </a:rPr>
              <a:t>{</a:t>
            </a:r>
            <a:endParaRPr sz="6667" kern="0" dirty="0">
              <a:solidFill>
                <a:srgbClr val="E81A81"/>
              </a:solidFill>
              <a:latin typeface="Comfortaa"/>
              <a:ea typeface="Comfortaa"/>
              <a:cs typeface="Comfortaa"/>
              <a:sym typeface="Comfortaa"/>
            </a:endParaRPr>
          </a:p>
        </p:txBody>
      </p:sp>
      <p:sp>
        <p:nvSpPr>
          <p:cNvPr id="503" name="Google Shape;503;p38"/>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6667" kern="0" dirty="0">
                <a:solidFill>
                  <a:srgbClr val="4CAE97"/>
                </a:solidFill>
                <a:latin typeface="Comfortaa"/>
                <a:ea typeface="Comfortaa"/>
                <a:cs typeface="Comfortaa"/>
                <a:sym typeface="Comfortaa"/>
              </a:rPr>
              <a:t>}</a:t>
            </a:r>
            <a:endParaRPr sz="6667" kern="0" dirty="0">
              <a:solidFill>
                <a:srgbClr val="4CAE97"/>
              </a:solidFill>
              <a:latin typeface="Comfortaa"/>
              <a:ea typeface="Comfortaa"/>
              <a:cs typeface="Comfortaa"/>
              <a:sym typeface="Comfortaa"/>
            </a:endParaRPr>
          </a:p>
        </p:txBody>
      </p:sp>
      <p:sp>
        <p:nvSpPr>
          <p:cNvPr id="518" name="Google Shape;518;p38"/>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12800" kern="0">
                <a:solidFill>
                  <a:srgbClr val="FFFF99"/>
                </a:solidFill>
                <a:latin typeface="Comfortaa"/>
                <a:ea typeface="Comfortaa"/>
                <a:cs typeface="Comfortaa"/>
                <a:sym typeface="Comfortaa"/>
              </a:rPr>
              <a:t>*</a:t>
            </a:r>
            <a:endParaRPr sz="12800" kern="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3B4B285A-7C83-A5CC-B644-377D1CF0D92C}"/>
              </a:ext>
            </a:extLst>
          </p:cNvPr>
          <p:cNvSpPr txBox="1"/>
          <p:nvPr/>
        </p:nvSpPr>
        <p:spPr>
          <a:xfrm>
            <a:off x="3848249" y="1662467"/>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Functions &amp; Variable Scope</a:t>
            </a:r>
          </a:p>
        </p:txBody>
      </p:sp>
      <p:sp>
        <p:nvSpPr>
          <p:cNvPr id="3" name="TextBox 2">
            <a:extLst>
              <a:ext uri="{FF2B5EF4-FFF2-40B4-BE49-F238E27FC236}">
                <a16:creationId xmlns:a16="http://schemas.microsoft.com/office/drawing/2014/main" id="{472F495E-F663-98DE-1CD4-B50598114E0C}"/>
              </a:ext>
            </a:extLst>
          </p:cNvPr>
          <p:cNvSpPr txBox="1"/>
          <p:nvPr/>
        </p:nvSpPr>
        <p:spPr>
          <a:xfrm>
            <a:off x="6329505" y="4376913"/>
            <a:ext cx="5395751" cy="1815882"/>
          </a:xfrm>
          <a:prstGeom prst="rect">
            <a:avLst/>
          </a:prstGeom>
          <a:noFill/>
        </p:spPr>
        <p:txBody>
          <a:bodyPr wrap="square" rtlCol="0">
            <a:spAutoFit/>
          </a:bodyPr>
          <a:lstStyle/>
          <a:p>
            <a:r>
              <a:rPr lang="en-US" sz="1600" dirty="0">
                <a:solidFill>
                  <a:schemeClr val="accent1"/>
                </a:solidFill>
                <a:latin typeface="Source Code Pro" panose="020B0509030403020204" pitchFamily="49" charset="0"/>
                <a:ea typeface="Source Code Pro" panose="020B0509030403020204" pitchFamily="49" charset="0"/>
              </a:rPr>
              <a:t>Real-world AI Application: </a:t>
            </a:r>
            <a:br>
              <a:rPr lang="en-US" sz="1600" dirty="0">
                <a:solidFill>
                  <a:schemeClr val="accent1">
                    <a:lumMod val="75000"/>
                  </a:schemeClr>
                </a:solidFill>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A custom function def normalize_pixels(image): used to process every image before feeding it to a Neural Network.</a:t>
            </a:r>
            <a:br>
              <a:rPr lang="en-US" sz="1600" dirty="0">
                <a:solidFill>
                  <a:schemeClr val="accent3"/>
                </a:solidFill>
                <a:latin typeface="Source Code Pro" panose="020B0509030403020204" pitchFamily="49" charset="0"/>
                <a:ea typeface="Source Code Pro" panose="020B0509030403020204" pitchFamily="49" charset="0"/>
              </a:rPr>
            </a:br>
            <a:br>
              <a:rPr lang="en-US" sz="1600" dirty="0">
                <a:solidFill>
                  <a:schemeClr val="accent3"/>
                </a:solidFill>
                <a:latin typeface="Source Code Pro" panose="020B0509030403020204" pitchFamily="49" charset="0"/>
                <a:ea typeface="Source Code Pro" panose="020B0509030403020204" pitchFamily="49" charset="0"/>
              </a:rPr>
            </a:br>
            <a:endParaRPr lang="en-US" sz="1600" dirty="0">
              <a:solidFill>
                <a:schemeClr val="accent3"/>
              </a:solidFill>
              <a:latin typeface="Source Code Pro" panose="020B0509030403020204" pitchFamily="49" charset="0"/>
              <a:ea typeface="Source Code Pro" panose="020B05090304030202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F30A940C-0514-6D7F-B7C7-C3E764ADA67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8591021C-8473-9E5E-D44B-07DDE89EC247}"/>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0738DA9C-88DC-C90C-C3B2-5E96E5F67E7E}"/>
              </a:ext>
            </a:extLst>
          </p:cNvPr>
          <p:cNvSpPr txBox="1">
            <a:spLocks noGrp="1"/>
          </p:cNvSpPr>
          <p:nvPr>
            <p:ph type="subTitle" idx="2"/>
          </p:nvPr>
        </p:nvSpPr>
        <p:spPr>
          <a:xfrm>
            <a:off x="466720" y="1959429"/>
            <a:ext cx="4733616" cy="4746171"/>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600" dirty="0"/>
              <a:t>A Lambda function is a </a:t>
            </a:r>
            <a:r>
              <a:rPr lang="en-US" sz="1600" b="1" dirty="0"/>
              <a:t>small anonymous function </a:t>
            </a:r>
            <a:r>
              <a:rPr lang="en-US" sz="1600" dirty="0"/>
              <a:t>(function without a name). It can take any number of arguments, but can only have </a:t>
            </a:r>
            <a:r>
              <a:rPr lang="en-US" sz="1600" i="1" dirty="0"/>
              <a:t>one</a:t>
            </a:r>
            <a:r>
              <a:rPr lang="en-US" sz="1600" dirty="0"/>
              <a:t> expression. No </a:t>
            </a:r>
            <a:r>
              <a:rPr lang="en-US" dirty="0"/>
              <a:t>return</a:t>
            </a:r>
            <a:r>
              <a:rPr lang="en-US" sz="1600" dirty="0"/>
              <a:t> keyword and only one expression allowed.</a:t>
            </a:r>
          </a:p>
          <a:p>
            <a:pPr marL="0" indent="0"/>
            <a:endParaRPr lang="en-US" sz="1600" dirty="0"/>
          </a:p>
          <a:p>
            <a:pPr marL="0" indent="0"/>
            <a:r>
              <a:rPr lang="en-US" sz="1600" dirty="0"/>
              <a:t>Syntax=&gt; </a:t>
            </a:r>
            <a:r>
              <a:rPr lang="en-US" sz="1400" dirty="0">
                <a:solidFill>
                  <a:schemeClr val="accent1"/>
                </a:solidFill>
              </a:rPr>
              <a:t>lambda</a:t>
            </a:r>
            <a:r>
              <a:rPr lang="en-US" sz="1400" dirty="0"/>
              <a:t> </a:t>
            </a:r>
            <a:r>
              <a:rPr lang="en-US" sz="1400" dirty="0">
                <a:solidFill>
                  <a:schemeClr val="accent2">
                    <a:lumMod val="75000"/>
                  </a:schemeClr>
                </a:solidFill>
              </a:rPr>
              <a:t>arguments</a:t>
            </a:r>
            <a:r>
              <a:rPr lang="en-US" sz="1400" dirty="0"/>
              <a:t> : </a:t>
            </a:r>
            <a:r>
              <a:rPr lang="en-US" sz="1400" dirty="0">
                <a:solidFill>
                  <a:schemeClr val="accent2">
                    <a:lumMod val="75000"/>
                  </a:schemeClr>
                </a:solidFill>
              </a:rPr>
              <a:t>expression</a:t>
            </a:r>
            <a:br>
              <a:rPr lang="en-US" sz="1600" dirty="0"/>
            </a:br>
            <a:endParaRPr lang="en-US" sz="1600" dirty="0"/>
          </a:p>
          <a:p>
            <a:r>
              <a:rPr lang="en-US" sz="1200" dirty="0"/>
              <a:t>👉 Normal function:</a:t>
            </a:r>
          </a:p>
          <a:p>
            <a:r>
              <a:rPr lang="en-US" sz="1600" dirty="0"/>
              <a:t>def add(a, b):</a:t>
            </a:r>
            <a:br>
              <a:rPr lang="en-US" sz="1600" dirty="0"/>
            </a:br>
            <a:r>
              <a:rPr lang="en-US" sz="1600" dirty="0"/>
              <a:t>    return a + b</a:t>
            </a:r>
          </a:p>
          <a:p>
            <a:endParaRPr lang="en-US" sz="1600" dirty="0"/>
          </a:p>
          <a:p>
            <a:r>
              <a:rPr lang="en-US" sz="1200" dirty="0"/>
              <a:t>👉 Lambda function:</a:t>
            </a:r>
          </a:p>
          <a:p>
            <a:r>
              <a:rPr lang="en-US" sz="1600" dirty="0"/>
              <a:t>lambda a, b: a + b</a:t>
            </a:r>
          </a:p>
          <a:p>
            <a:pPr marL="0" indent="0"/>
            <a:endParaRPr lang="en-US" sz="1600" dirty="0"/>
          </a:p>
        </p:txBody>
      </p:sp>
      <p:sp>
        <p:nvSpPr>
          <p:cNvPr id="500" name="Google Shape;500;p38">
            <a:extLst>
              <a:ext uri="{FF2B5EF4-FFF2-40B4-BE49-F238E27FC236}">
                <a16:creationId xmlns:a16="http://schemas.microsoft.com/office/drawing/2014/main" id="{7B95C2BB-80FC-CCBF-A570-0690137FC607}"/>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E46B529E-69C4-4B96-4727-3DF0D433FC42}"/>
              </a:ext>
            </a:extLst>
          </p:cNvPr>
          <p:cNvSpPr txBox="1">
            <a:spLocks noGrp="1"/>
          </p:cNvSpPr>
          <p:nvPr>
            <p:ph type="subTitle" idx="4"/>
          </p:nvPr>
        </p:nvSpPr>
        <p:spPr>
          <a:xfrm>
            <a:off x="6991665" y="1356967"/>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When we need a </a:t>
            </a:r>
            <a:r>
              <a:rPr lang="en-US" sz="1600" b="1" dirty="0">
                <a:solidFill>
                  <a:schemeClr val="tx1"/>
                </a:solidFill>
              </a:rPr>
              <a:t>simple</a:t>
            </a:r>
            <a:r>
              <a:rPr lang="en-US" sz="1600" dirty="0">
                <a:solidFill>
                  <a:schemeClr val="tx1"/>
                </a:solidFill>
              </a:rPr>
              <a:t>, throwaway function for a short period, especially inside other functions like Map or Filter.</a:t>
            </a:r>
            <a:endParaRPr sz="1600" dirty="0">
              <a:solidFill>
                <a:schemeClr val="tx1"/>
              </a:solidFill>
            </a:endParaRPr>
          </a:p>
        </p:txBody>
      </p:sp>
      <p:sp>
        <p:nvSpPr>
          <p:cNvPr id="502" name="Google Shape;502;p38">
            <a:extLst>
              <a:ext uri="{FF2B5EF4-FFF2-40B4-BE49-F238E27FC236}">
                <a16:creationId xmlns:a16="http://schemas.microsoft.com/office/drawing/2014/main" id="{EE1540DD-42DC-6DE8-77D7-FCB8107D8CD8}"/>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985CA4C-8072-1CBF-EFD6-9FDEE15624C0}"/>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66195218-052F-4808-9E72-425835442F22}"/>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9238160E-C9B5-F788-B2BA-8C2E1F7373D4}"/>
              </a:ext>
            </a:extLst>
          </p:cNvPr>
          <p:cNvSpPr txBox="1"/>
          <p:nvPr/>
        </p:nvSpPr>
        <p:spPr>
          <a:xfrm>
            <a:off x="4297089" y="169263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Lambda Expressions</a:t>
            </a:r>
          </a:p>
        </p:txBody>
      </p:sp>
      <p:sp>
        <p:nvSpPr>
          <p:cNvPr id="9" name="TextBox 8">
            <a:extLst>
              <a:ext uri="{FF2B5EF4-FFF2-40B4-BE49-F238E27FC236}">
                <a16:creationId xmlns:a16="http://schemas.microsoft.com/office/drawing/2014/main" id="{2DFA2A6F-AC8E-CA5E-71B0-628475CD277F}"/>
              </a:ext>
            </a:extLst>
          </p:cNvPr>
          <p:cNvSpPr txBox="1"/>
          <p:nvPr/>
        </p:nvSpPr>
        <p:spPr>
          <a:xfrm>
            <a:off x="5400537" y="4257423"/>
            <a:ext cx="5912820" cy="1077218"/>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Do not use Lambda for complex logic. If it takes more than one line of code, use a standard def function for readability</a:t>
            </a:r>
          </a:p>
        </p:txBody>
      </p:sp>
      <p:sp>
        <p:nvSpPr>
          <p:cNvPr id="7" name="TextBox 6">
            <a:extLst>
              <a:ext uri="{FF2B5EF4-FFF2-40B4-BE49-F238E27FC236}">
                <a16:creationId xmlns:a16="http://schemas.microsoft.com/office/drawing/2014/main" id="{F9B4E49D-358B-BA9E-15C7-4E98ECAD1CA8}"/>
              </a:ext>
            </a:extLst>
          </p:cNvPr>
          <p:cNvSpPr txBox="1"/>
          <p:nvPr/>
        </p:nvSpPr>
        <p:spPr>
          <a:xfrm>
            <a:off x="5400537" y="5618302"/>
            <a:ext cx="6460176" cy="646331"/>
          </a:xfrm>
          <a:prstGeom prst="rect">
            <a:avLst/>
          </a:prstGeom>
          <a:noFill/>
        </p:spPr>
        <p:txBody>
          <a:bodyPr wrap="square">
            <a:spAutoFit/>
          </a:bodyPr>
          <a:lstStyle/>
          <a:p>
            <a:pPr rtl="0">
              <a:buNone/>
            </a:pPr>
            <a:r>
              <a:rPr lang="en-US" dirty="0"/>
              <a:t>add = lambda a, b: a + b</a:t>
            </a:r>
            <a:br>
              <a:rPr lang="en-US" dirty="0"/>
            </a:br>
            <a:r>
              <a:rPr lang="en-US" dirty="0"/>
              <a:t>print(add(3, 5)) # Output: 8</a:t>
            </a:r>
          </a:p>
        </p:txBody>
      </p:sp>
    </p:spTree>
    <p:extLst>
      <p:ext uri="{BB962C8B-B14F-4D97-AF65-F5344CB8AC3E}">
        <p14:creationId xmlns:p14="http://schemas.microsoft.com/office/powerpoint/2010/main" val="4294431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4EFBE6D0-C163-2D96-5F97-35709D55083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9016259B-CDE5-C12D-4007-AE37F0C68FDC}"/>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C49B6C57-DC03-B4A4-79CD-797185E3F70D}"/>
              </a:ext>
            </a:extLst>
          </p:cNvPr>
          <p:cNvSpPr txBox="1">
            <a:spLocks noGrp="1"/>
          </p:cNvSpPr>
          <p:nvPr>
            <p:ph type="subTitle" idx="2"/>
          </p:nvPr>
        </p:nvSpPr>
        <p:spPr>
          <a:xfrm>
            <a:off x="466720" y="2016764"/>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900" dirty="0">
                <a:solidFill>
                  <a:schemeClr val="accent3"/>
                </a:solidFill>
              </a:rPr>
              <a:t>map() </a:t>
            </a:r>
            <a:r>
              <a:rPr lang="en-US" sz="1600" dirty="0"/>
              <a:t>applies a specific function to every item in a list. </a:t>
            </a:r>
          </a:p>
          <a:p>
            <a:pPr algn="l" latinLnBrk="1">
              <a:lnSpc>
                <a:spcPts val="1650"/>
              </a:lnSpc>
              <a:buNone/>
            </a:pPr>
            <a:r>
              <a:rPr lang="en-US" sz="1400" b="0" dirty="0">
                <a:solidFill>
                  <a:srgbClr val="8DA1B9"/>
                </a:solidFill>
                <a:effectLst/>
                <a:latin typeface="Menlo"/>
              </a:rPr>
              <a:t># Example 1: Square all numbers</a:t>
            </a:r>
            <a:endParaRPr lang="en-US" sz="1400" b="0" dirty="0">
              <a:solidFill>
                <a:srgbClr val="F9FAFB"/>
              </a:solidFill>
              <a:effectLst/>
              <a:latin typeface="Menlo"/>
            </a:endParaRPr>
          </a:p>
          <a:p>
            <a:pPr algn="l" latinLnBrk="1">
              <a:lnSpc>
                <a:spcPts val="1650"/>
              </a:lnSpc>
              <a:buNone/>
            </a:pPr>
            <a:r>
              <a:rPr lang="en-US" sz="1400" b="0" dirty="0">
                <a:solidFill>
                  <a:srgbClr val="F9FAFB"/>
                </a:solidFill>
                <a:effectLst/>
                <a:latin typeface="Menlo"/>
              </a:rPr>
              <a:t>numbers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E3EAF2"/>
                </a:solidFill>
                <a:effectLst/>
                <a:latin typeface="Menlo"/>
              </a:rPr>
              <a:t>[</a:t>
            </a:r>
            <a:r>
              <a:rPr lang="en-US" sz="1400" b="0" dirty="0">
                <a:solidFill>
                  <a:srgbClr val="E6D37A"/>
                </a:solidFill>
                <a:effectLst/>
                <a:latin typeface="Menlo"/>
              </a:rPr>
              <a:t>1</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2</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3</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4</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5</a:t>
            </a:r>
            <a:r>
              <a:rPr lang="en-US" sz="1400" b="0" dirty="0">
                <a:solidFill>
                  <a:srgbClr val="E3EAF2"/>
                </a:solidFill>
                <a:effectLst/>
                <a:latin typeface="Menlo"/>
              </a:rPr>
              <a:t>]</a:t>
            </a:r>
            <a:endParaRPr lang="en-US" sz="1400" b="0" dirty="0">
              <a:solidFill>
                <a:srgbClr val="F9FAFB"/>
              </a:solidFill>
              <a:effectLst/>
              <a:latin typeface="Menlo"/>
            </a:endParaRPr>
          </a:p>
          <a:p>
            <a:pPr algn="l" latinLnBrk="1">
              <a:lnSpc>
                <a:spcPts val="1650"/>
              </a:lnSpc>
              <a:buNone/>
            </a:pPr>
            <a:r>
              <a:rPr lang="en-US" sz="1400" b="0" dirty="0">
                <a:solidFill>
                  <a:srgbClr val="F9FAFB"/>
                </a:solidFill>
                <a:effectLst/>
                <a:latin typeface="Menlo"/>
              </a:rPr>
              <a:t>squared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F4ADF4"/>
                </a:solidFill>
                <a:effectLst/>
                <a:latin typeface="Menlo"/>
              </a:rPr>
              <a:t>list</a:t>
            </a:r>
            <a:r>
              <a:rPr lang="en-US" sz="1400" b="0" dirty="0">
                <a:solidFill>
                  <a:srgbClr val="E3EAF2"/>
                </a:solidFill>
                <a:effectLst/>
                <a:latin typeface="Menlo"/>
              </a:rPr>
              <a:t>(</a:t>
            </a:r>
            <a:r>
              <a:rPr lang="en-US" sz="1400" b="0" dirty="0">
                <a:solidFill>
                  <a:srgbClr val="F4ADF4"/>
                </a:solidFill>
                <a:effectLst/>
                <a:latin typeface="Menlo"/>
              </a:rPr>
              <a:t>map</a:t>
            </a:r>
            <a:r>
              <a:rPr lang="en-US" sz="1400" b="0" dirty="0">
                <a:solidFill>
                  <a:srgbClr val="E3EAF2"/>
                </a:solidFill>
                <a:effectLst/>
                <a:latin typeface="Menlo"/>
              </a:rPr>
              <a:t>(</a:t>
            </a:r>
            <a:r>
              <a:rPr lang="en-US" sz="1400" b="0" dirty="0">
                <a:solidFill>
                  <a:srgbClr val="E9AE7E"/>
                </a:solidFill>
                <a:effectLst/>
                <a:latin typeface="Menlo"/>
              </a:rPr>
              <a:t>lambda</a:t>
            </a:r>
            <a:r>
              <a:rPr lang="en-US" sz="1400" b="0" dirty="0">
                <a:solidFill>
                  <a:srgbClr val="F9FAFB"/>
                </a:solidFill>
                <a:effectLst/>
                <a:latin typeface="Menlo"/>
              </a:rPr>
              <a:t> x</a:t>
            </a:r>
            <a:r>
              <a:rPr lang="en-US" sz="1400" b="0" dirty="0">
                <a:solidFill>
                  <a:srgbClr val="E3EAF2"/>
                </a:solidFill>
                <a:effectLst/>
                <a:latin typeface="Menlo"/>
              </a:rPr>
              <a:t>:</a:t>
            </a:r>
            <a:r>
              <a:rPr lang="en-US" sz="1400" b="0" dirty="0">
                <a:solidFill>
                  <a:srgbClr val="F9FAFB"/>
                </a:solidFill>
                <a:effectLst/>
                <a:latin typeface="Menlo"/>
              </a:rPr>
              <a:t> x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2</a:t>
            </a:r>
            <a:r>
              <a:rPr lang="en-US" sz="1400" b="0" dirty="0">
                <a:solidFill>
                  <a:srgbClr val="E3EAF2"/>
                </a:solidFill>
                <a:effectLst/>
                <a:latin typeface="Menlo"/>
              </a:rPr>
              <a:t>,</a:t>
            </a:r>
            <a:r>
              <a:rPr lang="en-US" sz="1400" b="0" dirty="0">
                <a:solidFill>
                  <a:srgbClr val="F9FAFB"/>
                </a:solidFill>
                <a:effectLst/>
                <a:latin typeface="Menlo"/>
              </a:rPr>
              <a:t> numbers</a:t>
            </a:r>
            <a:r>
              <a:rPr lang="en-US" sz="1400" b="0" dirty="0">
                <a:solidFill>
                  <a:srgbClr val="E3EAF2"/>
                </a:solidFill>
                <a:effectLst/>
                <a:latin typeface="Menlo"/>
              </a:rPr>
              <a:t>))</a:t>
            </a:r>
          </a:p>
          <a:p>
            <a:pPr algn="l" latinLnBrk="1">
              <a:lnSpc>
                <a:spcPts val="1650"/>
              </a:lnSpc>
              <a:buNone/>
            </a:pPr>
            <a:r>
              <a:rPr lang="en-US" sz="1400" b="0" dirty="0">
                <a:solidFill>
                  <a:srgbClr val="E9AE7E"/>
                </a:solidFill>
                <a:effectLst/>
                <a:latin typeface="Menlo"/>
              </a:rPr>
              <a:t>print</a:t>
            </a:r>
            <a:r>
              <a:rPr lang="en-US" sz="1400" b="0" dirty="0">
                <a:solidFill>
                  <a:srgbClr val="E3EAF2"/>
                </a:solidFill>
                <a:effectLst/>
                <a:latin typeface="Menlo"/>
              </a:rPr>
              <a:t>(</a:t>
            </a:r>
            <a:r>
              <a:rPr lang="en-US" sz="1400" b="0" dirty="0">
                <a:solidFill>
                  <a:srgbClr val="F9FAFB"/>
                </a:solidFill>
                <a:effectLst/>
                <a:latin typeface="Menlo"/>
              </a:rPr>
              <a:t>squared</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8DA1B9"/>
                </a:solidFill>
                <a:effectLst/>
                <a:latin typeface="Menlo"/>
              </a:rPr>
              <a:t># [1, 4, 9, 16, 25]</a:t>
            </a:r>
            <a:endParaRPr lang="en-US" sz="1400" b="0" dirty="0">
              <a:solidFill>
                <a:srgbClr val="F9FAFB"/>
              </a:solidFill>
              <a:effectLst/>
              <a:latin typeface="Menlo"/>
            </a:endParaRPr>
          </a:p>
          <a:p>
            <a:pPr algn="l" latinLnBrk="1">
              <a:lnSpc>
                <a:spcPts val="1650"/>
              </a:lnSpc>
              <a:buNone/>
            </a:pPr>
            <a:endParaRPr lang="en-US" sz="1600" dirty="0"/>
          </a:p>
          <a:p>
            <a:pPr marL="0" indent="0"/>
            <a:endParaRPr lang="en-US" sz="1600" dirty="0">
              <a:solidFill>
                <a:schemeClr val="accent3"/>
              </a:solidFill>
            </a:endParaRPr>
          </a:p>
          <a:p>
            <a:pPr marL="0" indent="0"/>
            <a:r>
              <a:rPr lang="en-US" sz="1900" dirty="0">
                <a:solidFill>
                  <a:schemeClr val="accent3"/>
                </a:solidFill>
              </a:rPr>
              <a:t>filter() </a:t>
            </a:r>
            <a:r>
              <a:rPr lang="en-US" sz="1600" dirty="0"/>
              <a:t>extracts items from a list that meet a specific </a:t>
            </a:r>
            <a:r>
              <a:rPr lang="en-US" sz="1600" dirty="0">
                <a:solidFill>
                  <a:schemeClr val="tx2"/>
                </a:solidFill>
              </a:rPr>
              <a:t>true/false </a:t>
            </a:r>
            <a:r>
              <a:rPr lang="en-US" sz="1600" dirty="0"/>
              <a:t>condition.</a:t>
            </a:r>
          </a:p>
          <a:p>
            <a:pPr algn="l" latinLnBrk="1">
              <a:lnSpc>
                <a:spcPts val="1650"/>
              </a:lnSpc>
              <a:buNone/>
            </a:pPr>
            <a:r>
              <a:rPr lang="en-US" sz="1400" b="0" dirty="0">
                <a:solidFill>
                  <a:srgbClr val="8DA1B9"/>
                </a:solidFill>
                <a:effectLst/>
                <a:latin typeface="Menlo"/>
              </a:rPr>
              <a:t># Example 1: Filter even numbers</a:t>
            </a:r>
            <a:endParaRPr lang="en-US" sz="1400" b="0" dirty="0">
              <a:solidFill>
                <a:srgbClr val="F9FAFB"/>
              </a:solidFill>
              <a:effectLst/>
              <a:latin typeface="Menlo"/>
            </a:endParaRPr>
          </a:p>
          <a:p>
            <a:pPr algn="l" latinLnBrk="1">
              <a:lnSpc>
                <a:spcPts val="1650"/>
              </a:lnSpc>
              <a:buNone/>
            </a:pPr>
            <a:r>
              <a:rPr lang="en-US" sz="1400" b="0" dirty="0">
                <a:solidFill>
                  <a:srgbClr val="F9FAFB"/>
                </a:solidFill>
                <a:effectLst/>
                <a:latin typeface="Menlo"/>
              </a:rPr>
              <a:t>numbers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E3EAF2"/>
                </a:solidFill>
                <a:effectLst/>
                <a:latin typeface="Menlo"/>
              </a:rPr>
              <a:t>[</a:t>
            </a:r>
            <a:r>
              <a:rPr lang="en-US" sz="1400" b="0" dirty="0">
                <a:solidFill>
                  <a:srgbClr val="E6D37A"/>
                </a:solidFill>
                <a:effectLst/>
                <a:latin typeface="Menlo"/>
              </a:rPr>
              <a:t>1</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2</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3</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4</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5</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6</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7</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8</a:t>
            </a:r>
            <a:r>
              <a:rPr lang="en-US" sz="1400" b="0" dirty="0">
                <a:solidFill>
                  <a:srgbClr val="E3EAF2"/>
                </a:solidFill>
                <a:effectLst/>
                <a:latin typeface="Menlo"/>
              </a:rPr>
              <a:t>]</a:t>
            </a:r>
            <a:endParaRPr lang="en-US" sz="1400" b="0" dirty="0">
              <a:solidFill>
                <a:srgbClr val="F9FAFB"/>
              </a:solidFill>
              <a:effectLst/>
              <a:latin typeface="Menlo"/>
            </a:endParaRPr>
          </a:p>
          <a:p>
            <a:pPr algn="l" latinLnBrk="1">
              <a:lnSpc>
                <a:spcPts val="1650"/>
              </a:lnSpc>
              <a:buNone/>
            </a:pPr>
            <a:r>
              <a:rPr lang="en-US" sz="1400" b="0" dirty="0">
                <a:solidFill>
                  <a:srgbClr val="F9FAFB"/>
                </a:solidFill>
                <a:effectLst/>
                <a:latin typeface="Menlo"/>
              </a:rPr>
              <a:t>evens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F4ADF4"/>
                </a:solidFill>
                <a:effectLst/>
                <a:latin typeface="Menlo"/>
              </a:rPr>
              <a:t>list</a:t>
            </a:r>
            <a:r>
              <a:rPr lang="en-US" sz="1400" b="0" dirty="0">
                <a:solidFill>
                  <a:srgbClr val="E3EAF2"/>
                </a:solidFill>
                <a:effectLst/>
                <a:latin typeface="Menlo"/>
              </a:rPr>
              <a:t>(</a:t>
            </a:r>
            <a:r>
              <a:rPr lang="en-US" sz="1400" b="0" dirty="0">
                <a:solidFill>
                  <a:srgbClr val="F4ADF4"/>
                </a:solidFill>
                <a:effectLst/>
                <a:latin typeface="Menlo"/>
              </a:rPr>
              <a:t>filter</a:t>
            </a:r>
            <a:r>
              <a:rPr lang="en-US" sz="1400" b="0" dirty="0">
                <a:solidFill>
                  <a:srgbClr val="E3EAF2"/>
                </a:solidFill>
                <a:effectLst/>
                <a:latin typeface="Menlo"/>
              </a:rPr>
              <a:t>(</a:t>
            </a:r>
            <a:r>
              <a:rPr lang="en-US" sz="1400" b="0" dirty="0">
                <a:solidFill>
                  <a:srgbClr val="E9AE7E"/>
                </a:solidFill>
                <a:effectLst/>
                <a:latin typeface="Menlo"/>
              </a:rPr>
              <a:t>lambda</a:t>
            </a:r>
            <a:r>
              <a:rPr lang="en-US" sz="1400" b="0" dirty="0">
                <a:solidFill>
                  <a:srgbClr val="F9FAFB"/>
                </a:solidFill>
                <a:effectLst/>
                <a:latin typeface="Menlo"/>
              </a:rPr>
              <a:t> x</a:t>
            </a:r>
            <a:r>
              <a:rPr lang="en-US" sz="1400" b="0" dirty="0">
                <a:solidFill>
                  <a:srgbClr val="E3EAF2"/>
                </a:solidFill>
                <a:effectLst/>
                <a:latin typeface="Menlo"/>
              </a:rPr>
              <a:t>:</a:t>
            </a:r>
            <a:r>
              <a:rPr lang="en-US" sz="1400" b="0" dirty="0">
                <a:solidFill>
                  <a:srgbClr val="F9FAFB"/>
                </a:solidFill>
                <a:effectLst/>
                <a:latin typeface="Menlo"/>
              </a:rPr>
              <a:t> x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2</a:t>
            </a:r>
            <a:r>
              <a:rPr lang="en-US" sz="1400" b="0" dirty="0">
                <a:solidFill>
                  <a:srgbClr val="F9FAFB"/>
                </a:solidFill>
                <a:effectLst/>
                <a:latin typeface="Menlo"/>
              </a:rPr>
              <a:t> </a:t>
            </a:r>
            <a:r>
              <a:rPr lang="en-US" sz="1400" b="0" dirty="0">
                <a:solidFill>
                  <a:srgbClr val="E9AE7E"/>
                </a:solidFill>
                <a:effectLst/>
                <a:latin typeface="Menlo"/>
              </a:rPr>
              <a:t>==</a:t>
            </a:r>
            <a:r>
              <a:rPr lang="en-US" sz="1400" b="0" dirty="0">
                <a:solidFill>
                  <a:srgbClr val="F9FAFB"/>
                </a:solidFill>
                <a:effectLst/>
                <a:latin typeface="Menlo"/>
              </a:rPr>
              <a:t> </a:t>
            </a:r>
            <a:r>
              <a:rPr lang="en-US" sz="1400" b="0" dirty="0">
                <a:solidFill>
                  <a:srgbClr val="E6D37A"/>
                </a:solidFill>
                <a:effectLst/>
                <a:latin typeface="Menlo"/>
              </a:rPr>
              <a:t>0</a:t>
            </a:r>
            <a:r>
              <a:rPr lang="en-US" sz="1400" b="0" dirty="0">
                <a:solidFill>
                  <a:srgbClr val="E3EAF2"/>
                </a:solidFill>
                <a:effectLst/>
                <a:latin typeface="Menlo"/>
              </a:rPr>
              <a:t>,</a:t>
            </a:r>
            <a:r>
              <a:rPr lang="en-US" sz="1400" b="0" dirty="0">
                <a:solidFill>
                  <a:srgbClr val="F9FAFB"/>
                </a:solidFill>
                <a:effectLst/>
                <a:latin typeface="Menlo"/>
              </a:rPr>
              <a:t> numbers</a:t>
            </a:r>
            <a:r>
              <a:rPr lang="en-US" sz="1400" b="0" dirty="0">
                <a:solidFill>
                  <a:srgbClr val="E3EAF2"/>
                </a:solidFill>
                <a:effectLst/>
                <a:latin typeface="Menlo"/>
              </a:rPr>
              <a:t>))</a:t>
            </a:r>
            <a:endParaRPr lang="en-US" sz="1400" b="0" dirty="0">
              <a:solidFill>
                <a:srgbClr val="F9FAFB"/>
              </a:solidFill>
              <a:effectLst/>
              <a:latin typeface="Menlo"/>
            </a:endParaRPr>
          </a:p>
          <a:p>
            <a:pPr algn="l" latinLnBrk="1">
              <a:lnSpc>
                <a:spcPts val="1650"/>
              </a:lnSpc>
              <a:buNone/>
            </a:pPr>
            <a:r>
              <a:rPr lang="en-US" sz="1400" b="0" dirty="0">
                <a:solidFill>
                  <a:srgbClr val="E9AE7E"/>
                </a:solidFill>
                <a:effectLst/>
                <a:latin typeface="Menlo"/>
              </a:rPr>
              <a:t>print</a:t>
            </a:r>
            <a:r>
              <a:rPr lang="en-US" sz="1400" b="0" dirty="0">
                <a:solidFill>
                  <a:srgbClr val="E3EAF2"/>
                </a:solidFill>
                <a:effectLst/>
                <a:latin typeface="Menlo"/>
              </a:rPr>
              <a:t>(</a:t>
            </a:r>
            <a:r>
              <a:rPr lang="en-US" sz="1400" b="0" dirty="0">
                <a:solidFill>
                  <a:srgbClr val="F9FAFB"/>
                </a:solidFill>
                <a:effectLst/>
                <a:latin typeface="Menlo"/>
              </a:rPr>
              <a:t>evens</a:t>
            </a:r>
            <a:r>
              <a:rPr lang="en-US" sz="1400" b="0" dirty="0">
                <a:solidFill>
                  <a:srgbClr val="E3EAF2"/>
                </a:solidFill>
                <a:effectLst/>
                <a:latin typeface="Menlo"/>
              </a:rPr>
              <a:t>)</a:t>
            </a:r>
            <a:r>
              <a:rPr lang="en-US" sz="1400" b="0" dirty="0">
                <a:solidFill>
                  <a:srgbClr val="F9FAFB"/>
                </a:solidFill>
                <a:effectLst/>
                <a:latin typeface="Menlo"/>
              </a:rPr>
              <a:t>  </a:t>
            </a:r>
            <a:r>
              <a:rPr lang="en-US" sz="1400" b="0" dirty="0">
                <a:solidFill>
                  <a:srgbClr val="8DA1B9"/>
                </a:solidFill>
                <a:effectLst/>
                <a:latin typeface="Menlo"/>
              </a:rPr>
              <a:t># [2, 4, 6, 8]</a:t>
            </a:r>
            <a:endParaRPr lang="en-US" sz="1400" b="0" dirty="0">
              <a:solidFill>
                <a:srgbClr val="F9FAFB"/>
              </a:solidFill>
              <a:effectLst/>
              <a:latin typeface="Menlo"/>
            </a:endParaRPr>
          </a:p>
          <a:p>
            <a:pPr marL="0" indent="0"/>
            <a:endParaRPr lang="en-US" sz="1600" dirty="0"/>
          </a:p>
        </p:txBody>
      </p:sp>
      <p:sp>
        <p:nvSpPr>
          <p:cNvPr id="500" name="Google Shape;500;p38">
            <a:extLst>
              <a:ext uri="{FF2B5EF4-FFF2-40B4-BE49-F238E27FC236}">
                <a16:creationId xmlns:a16="http://schemas.microsoft.com/office/drawing/2014/main" id="{5DFA2D8E-0B38-B8B5-E5C0-11694BE39FDF}"/>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5BA1782D-FBAB-FE4D-0668-2EF030237C46}"/>
              </a:ext>
            </a:extLst>
          </p:cNvPr>
          <p:cNvSpPr txBox="1">
            <a:spLocks noGrp="1"/>
          </p:cNvSpPr>
          <p:nvPr>
            <p:ph type="subTitle" idx="4"/>
          </p:nvPr>
        </p:nvSpPr>
        <p:spPr>
          <a:xfrm>
            <a:off x="6991665" y="1356967"/>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They are highly optimized tools for transforming large arrays of data quickly without writing manual </a:t>
            </a:r>
            <a:r>
              <a:rPr lang="en-US" sz="1600" dirty="0">
                <a:solidFill>
                  <a:schemeClr val="tx2"/>
                </a:solidFill>
              </a:rPr>
              <a:t>for</a:t>
            </a:r>
            <a:r>
              <a:rPr lang="en-US" sz="1600" dirty="0">
                <a:solidFill>
                  <a:schemeClr val="tx1"/>
                </a:solidFill>
              </a:rPr>
              <a:t> loops.</a:t>
            </a:r>
            <a:endParaRPr sz="1600" dirty="0">
              <a:solidFill>
                <a:schemeClr val="tx1"/>
              </a:solidFill>
            </a:endParaRPr>
          </a:p>
        </p:txBody>
      </p:sp>
      <p:sp>
        <p:nvSpPr>
          <p:cNvPr id="502" name="Google Shape;502;p38">
            <a:extLst>
              <a:ext uri="{FF2B5EF4-FFF2-40B4-BE49-F238E27FC236}">
                <a16:creationId xmlns:a16="http://schemas.microsoft.com/office/drawing/2014/main" id="{0FEB49F2-FF77-0106-5505-2C958ECBCFEA}"/>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846845E4-B616-EDCD-28D0-FF8033BA569A}"/>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EB9FF130-C0CF-4445-2718-B5E902749E10}"/>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2173036B-E9A1-636A-ED2B-4D5AFF22F9DC}"/>
              </a:ext>
            </a:extLst>
          </p:cNvPr>
          <p:cNvSpPr txBox="1"/>
          <p:nvPr/>
        </p:nvSpPr>
        <p:spPr>
          <a:xfrm>
            <a:off x="4297089" y="169263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Map and Filter</a:t>
            </a:r>
          </a:p>
        </p:txBody>
      </p:sp>
      <p:sp>
        <p:nvSpPr>
          <p:cNvPr id="9" name="TextBox 8">
            <a:extLst>
              <a:ext uri="{FF2B5EF4-FFF2-40B4-BE49-F238E27FC236}">
                <a16:creationId xmlns:a16="http://schemas.microsoft.com/office/drawing/2014/main" id="{9DAE8E7B-A06C-12DF-7882-95FA3BAB99B0}"/>
              </a:ext>
            </a:extLst>
          </p:cNvPr>
          <p:cNvSpPr txBox="1"/>
          <p:nvPr/>
        </p:nvSpPr>
        <p:spPr>
          <a:xfrm>
            <a:off x="6590577" y="3771089"/>
            <a:ext cx="5912820" cy="1077218"/>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Do not use Lambda for complex logic. If it takes more than one line of code, use a standard def function for readability</a:t>
            </a:r>
          </a:p>
        </p:txBody>
      </p:sp>
    </p:spTree>
    <p:extLst>
      <p:ext uri="{BB962C8B-B14F-4D97-AF65-F5344CB8AC3E}">
        <p14:creationId xmlns:p14="http://schemas.microsoft.com/office/powerpoint/2010/main" val="277759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7E2172A-01F4-A00B-F0A9-917B552024BE}"/>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8F05AFD3-6F97-53F6-78C0-7E2BE252EB9A}"/>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D9E35CFB-C528-C2FD-0C98-9ED0DE189952}"/>
              </a:ext>
            </a:extLst>
          </p:cNvPr>
          <p:cNvSpPr txBox="1">
            <a:spLocks noGrp="1"/>
          </p:cNvSpPr>
          <p:nvPr>
            <p:ph type="subTitle" idx="2"/>
          </p:nvPr>
        </p:nvSpPr>
        <p:spPr>
          <a:xfrm>
            <a:off x="466720" y="2016764"/>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600" dirty="0">
                <a:solidFill>
                  <a:schemeClr val="tx1"/>
                </a:solidFill>
              </a:rPr>
              <a:t>File handling is the process of using Python to open, </a:t>
            </a:r>
            <a:br>
              <a:rPr lang="en-US" sz="1600" dirty="0">
                <a:solidFill>
                  <a:schemeClr val="tx1"/>
                </a:solidFill>
              </a:rPr>
            </a:br>
            <a:r>
              <a:rPr lang="en-US" sz="1600" dirty="0">
                <a:solidFill>
                  <a:schemeClr val="tx1"/>
                </a:solidFill>
              </a:rPr>
              <a:t>read, write, append, and close external files </a:t>
            </a:r>
          </a:p>
          <a:p>
            <a:pPr marL="0" indent="0"/>
            <a:r>
              <a:rPr lang="en-US" sz="1600" dirty="0">
                <a:solidFill>
                  <a:schemeClr val="tx1"/>
                </a:solidFill>
              </a:rPr>
              <a:t>(like .txt, .csv, or .json) stored on your computer.</a:t>
            </a:r>
          </a:p>
        </p:txBody>
      </p:sp>
      <p:sp>
        <p:nvSpPr>
          <p:cNvPr id="500" name="Google Shape;500;p38">
            <a:extLst>
              <a:ext uri="{FF2B5EF4-FFF2-40B4-BE49-F238E27FC236}">
                <a16:creationId xmlns:a16="http://schemas.microsoft.com/office/drawing/2014/main" id="{9C2B1BC9-BA17-B576-5233-DCE511947C3C}"/>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EAECBC71-140F-5D4E-3309-1404EFD51734}"/>
              </a:ext>
            </a:extLst>
          </p:cNvPr>
          <p:cNvSpPr txBox="1">
            <a:spLocks noGrp="1"/>
          </p:cNvSpPr>
          <p:nvPr>
            <p:ph type="subTitle" idx="4"/>
          </p:nvPr>
        </p:nvSpPr>
        <p:spPr>
          <a:xfrm>
            <a:off x="7103186" y="2028248"/>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AI models don't rely on data typed directly into the code. We use file handling to load massive datasets into our machine learning pipelines and to save our final predictions or model weights back to the hard drive.</a:t>
            </a:r>
            <a:endParaRPr sz="1600" dirty="0">
              <a:solidFill>
                <a:schemeClr val="tx1"/>
              </a:solidFill>
            </a:endParaRPr>
          </a:p>
        </p:txBody>
      </p:sp>
      <p:sp>
        <p:nvSpPr>
          <p:cNvPr id="502" name="Google Shape;502;p38">
            <a:extLst>
              <a:ext uri="{FF2B5EF4-FFF2-40B4-BE49-F238E27FC236}">
                <a16:creationId xmlns:a16="http://schemas.microsoft.com/office/drawing/2014/main" id="{50E41EDF-17CD-0D44-C498-92DB4BF7886B}"/>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0019E711-EFA4-7437-2518-439F3B7D8443}"/>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grpSp>
        <p:nvGrpSpPr>
          <p:cNvPr id="504" name="Google Shape;504;p38">
            <a:extLst>
              <a:ext uri="{FF2B5EF4-FFF2-40B4-BE49-F238E27FC236}">
                <a16:creationId xmlns:a16="http://schemas.microsoft.com/office/drawing/2014/main" id="{F73C4ABD-B6D1-45B1-C425-7029DABFF082}"/>
              </a:ext>
            </a:extLst>
          </p:cNvPr>
          <p:cNvGrpSpPr/>
          <p:nvPr/>
        </p:nvGrpSpPr>
        <p:grpSpPr>
          <a:xfrm>
            <a:off x="466720" y="5258667"/>
            <a:ext cx="3381529" cy="1183100"/>
            <a:chOff x="880714" y="3731738"/>
            <a:chExt cx="2536147" cy="887325"/>
          </a:xfrm>
        </p:grpSpPr>
        <p:sp>
          <p:nvSpPr>
            <p:cNvPr id="505" name="Google Shape;505;p38">
              <a:extLst>
                <a:ext uri="{FF2B5EF4-FFF2-40B4-BE49-F238E27FC236}">
                  <a16:creationId xmlns:a16="http://schemas.microsoft.com/office/drawing/2014/main" id="{0817D1CF-EBFC-14A3-FF4A-7B204B99CB5A}"/>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6" name="Google Shape;506;p38">
              <a:extLst>
                <a:ext uri="{FF2B5EF4-FFF2-40B4-BE49-F238E27FC236}">
                  <a16:creationId xmlns:a16="http://schemas.microsoft.com/office/drawing/2014/main" id="{A2CA02EA-6C28-07B3-B696-42926BF1BE7B}"/>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7" name="Google Shape;507;p38">
              <a:extLst>
                <a:ext uri="{FF2B5EF4-FFF2-40B4-BE49-F238E27FC236}">
                  <a16:creationId xmlns:a16="http://schemas.microsoft.com/office/drawing/2014/main" id="{A0866553-C674-5871-FC77-5C07AF745756}"/>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8" name="Google Shape;508;p38">
              <a:extLst>
                <a:ext uri="{FF2B5EF4-FFF2-40B4-BE49-F238E27FC236}">
                  <a16:creationId xmlns:a16="http://schemas.microsoft.com/office/drawing/2014/main" id="{14DCC53E-204C-FD14-3A2B-E68F60F8C0DF}"/>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9" name="Google Shape;509;p38">
              <a:extLst>
                <a:ext uri="{FF2B5EF4-FFF2-40B4-BE49-F238E27FC236}">
                  <a16:creationId xmlns:a16="http://schemas.microsoft.com/office/drawing/2014/main" id="{070F3214-FB9B-34C6-6A5B-938BF96EF995}"/>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0" name="Google Shape;510;p38">
              <a:extLst>
                <a:ext uri="{FF2B5EF4-FFF2-40B4-BE49-F238E27FC236}">
                  <a16:creationId xmlns:a16="http://schemas.microsoft.com/office/drawing/2014/main" id="{43051C0C-A5D3-6734-76F8-29E5558D54B1}"/>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1" name="Google Shape;511;p38">
              <a:extLst>
                <a:ext uri="{FF2B5EF4-FFF2-40B4-BE49-F238E27FC236}">
                  <a16:creationId xmlns:a16="http://schemas.microsoft.com/office/drawing/2014/main" id="{A0E3BA5C-C16A-6105-4F5B-0FC728D698BB}"/>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2" name="Google Shape;512;p38">
              <a:extLst>
                <a:ext uri="{FF2B5EF4-FFF2-40B4-BE49-F238E27FC236}">
                  <a16:creationId xmlns:a16="http://schemas.microsoft.com/office/drawing/2014/main" id="{FA9DA1A1-A8CE-9FBE-789F-89BCF3BEC324}"/>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3" name="Google Shape;513;p38">
              <a:extLst>
                <a:ext uri="{FF2B5EF4-FFF2-40B4-BE49-F238E27FC236}">
                  <a16:creationId xmlns:a16="http://schemas.microsoft.com/office/drawing/2014/main" id="{5D62C968-620F-314C-C91F-C6B0424F4C57}"/>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4" name="Google Shape;514;p38">
              <a:extLst>
                <a:ext uri="{FF2B5EF4-FFF2-40B4-BE49-F238E27FC236}">
                  <a16:creationId xmlns:a16="http://schemas.microsoft.com/office/drawing/2014/main" id="{3097D28C-1D20-3E24-6636-00E44DF35366}"/>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5" name="Google Shape;515;p38">
              <a:extLst>
                <a:ext uri="{FF2B5EF4-FFF2-40B4-BE49-F238E27FC236}">
                  <a16:creationId xmlns:a16="http://schemas.microsoft.com/office/drawing/2014/main" id="{135F7B40-7094-BA08-94F0-609784D9743C}"/>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6" name="Google Shape;516;p38">
              <a:extLst>
                <a:ext uri="{FF2B5EF4-FFF2-40B4-BE49-F238E27FC236}">
                  <a16:creationId xmlns:a16="http://schemas.microsoft.com/office/drawing/2014/main" id="{849E7E92-51A1-F981-17DE-3ABCBD0144FD}"/>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7" name="Google Shape;517;p38">
              <a:extLst>
                <a:ext uri="{FF2B5EF4-FFF2-40B4-BE49-F238E27FC236}">
                  <a16:creationId xmlns:a16="http://schemas.microsoft.com/office/drawing/2014/main" id="{C2CA03DA-7708-3F6D-7FDC-78C293C3C10F}"/>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18" name="Google Shape;518;p38">
            <a:extLst>
              <a:ext uri="{FF2B5EF4-FFF2-40B4-BE49-F238E27FC236}">
                <a16:creationId xmlns:a16="http://schemas.microsoft.com/office/drawing/2014/main" id="{38E397E7-17BE-F7CC-62C5-11B2D5541B4E}"/>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3F07C342-9590-94F7-7441-37916669033F}"/>
              </a:ext>
            </a:extLst>
          </p:cNvPr>
          <p:cNvSpPr txBox="1"/>
          <p:nvPr/>
        </p:nvSpPr>
        <p:spPr>
          <a:xfrm>
            <a:off x="4297089" y="169263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File Handling</a:t>
            </a:r>
          </a:p>
        </p:txBody>
      </p:sp>
      <p:sp>
        <p:nvSpPr>
          <p:cNvPr id="9" name="TextBox 8">
            <a:extLst>
              <a:ext uri="{FF2B5EF4-FFF2-40B4-BE49-F238E27FC236}">
                <a16:creationId xmlns:a16="http://schemas.microsoft.com/office/drawing/2014/main" id="{BB001A0B-1681-2945-B0CF-E8A4D713BA9F}"/>
              </a:ext>
            </a:extLst>
          </p:cNvPr>
          <p:cNvSpPr txBox="1"/>
          <p:nvPr/>
        </p:nvSpPr>
        <p:spPr>
          <a:xfrm>
            <a:off x="3942380" y="4257423"/>
            <a:ext cx="5912820" cy="1815882"/>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Always close a file after you are done with it using .close(). Leaving files open can cause memory leaks and crash your environment. Best practice: Use the with open(...) statement, as it automatically closes the file for you even if an error occurs.</a:t>
            </a:r>
          </a:p>
        </p:txBody>
      </p:sp>
    </p:spTree>
    <p:extLst>
      <p:ext uri="{BB962C8B-B14F-4D97-AF65-F5344CB8AC3E}">
        <p14:creationId xmlns:p14="http://schemas.microsoft.com/office/powerpoint/2010/main" val="124834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600E6379-0002-3C23-BA9E-E5F36FC14E64}"/>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141B6AD1-9B1F-E64B-39E6-111A573DAE4E}"/>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647BAEC6-BE6A-E23B-4026-904B83B0872A}"/>
              </a:ext>
            </a:extLst>
          </p:cNvPr>
          <p:cNvSpPr txBox="1">
            <a:spLocks noGrp="1"/>
          </p:cNvSpPr>
          <p:nvPr>
            <p:ph type="subTitle" idx="2"/>
          </p:nvPr>
        </p:nvSpPr>
        <p:spPr>
          <a:xfrm>
            <a:off x="518257" y="1575797"/>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900" dirty="0">
                <a:solidFill>
                  <a:schemeClr val="tx1"/>
                </a:solidFill>
              </a:rPr>
              <a:t>Exception handling </a:t>
            </a:r>
            <a:br>
              <a:rPr lang="en-US" sz="1900" dirty="0">
                <a:solidFill>
                  <a:schemeClr val="tx1"/>
                </a:solidFill>
              </a:rPr>
            </a:br>
            <a:r>
              <a:rPr lang="en-US" sz="1900" dirty="0">
                <a:solidFill>
                  <a:schemeClr val="tx1"/>
                </a:solidFill>
              </a:rPr>
              <a:t>(</a:t>
            </a:r>
            <a:r>
              <a:rPr lang="en-US" sz="1900" dirty="0">
                <a:solidFill>
                  <a:schemeClr val="accent1"/>
                </a:solidFill>
              </a:rPr>
              <a:t>try</a:t>
            </a:r>
            <a:r>
              <a:rPr lang="en-US" sz="1900" dirty="0">
                <a:solidFill>
                  <a:schemeClr val="tx1"/>
                </a:solidFill>
              </a:rPr>
              <a:t>, </a:t>
            </a:r>
            <a:r>
              <a:rPr lang="en-US" sz="1900" dirty="0">
                <a:solidFill>
                  <a:schemeClr val="accent2"/>
                </a:solidFill>
              </a:rPr>
              <a:t>except</a:t>
            </a:r>
            <a:r>
              <a:rPr lang="en-US" sz="1900" dirty="0">
                <a:solidFill>
                  <a:schemeClr val="tx1"/>
                </a:solidFill>
              </a:rPr>
              <a:t>, </a:t>
            </a:r>
            <a:r>
              <a:rPr lang="en-US" sz="1900" dirty="0">
                <a:solidFill>
                  <a:schemeClr val="accent3"/>
                </a:solidFill>
              </a:rPr>
              <a:t>finally</a:t>
            </a:r>
            <a:r>
              <a:rPr lang="en-US" sz="1900" dirty="0">
                <a:solidFill>
                  <a:schemeClr val="tx1"/>
                </a:solidFill>
              </a:rPr>
              <a:t>) </a:t>
            </a:r>
            <a:br>
              <a:rPr lang="en-US" sz="1900" dirty="0">
                <a:solidFill>
                  <a:schemeClr val="tx1"/>
                </a:solidFill>
              </a:rPr>
            </a:br>
            <a:r>
              <a:rPr lang="en-US" sz="1900" dirty="0">
                <a:solidFill>
                  <a:schemeClr val="tx1"/>
                </a:solidFill>
              </a:rPr>
              <a:t>allows your program to deal with unexpected errors without crashing.</a:t>
            </a:r>
            <a:endParaRPr lang="en-US" sz="1600" dirty="0">
              <a:solidFill>
                <a:schemeClr val="tx1"/>
              </a:solidFill>
            </a:endParaRPr>
          </a:p>
        </p:txBody>
      </p:sp>
      <p:sp>
        <p:nvSpPr>
          <p:cNvPr id="500" name="Google Shape;500;p38">
            <a:extLst>
              <a:ext uri="{FF2B5EF4-FFF2-40B4-BE49-F238E27FC236}">
                <a16:creationId xmlns:a16="http://schemas.microsoft.com/office/drawing/2014/main" id="{C017CF97-F37E-0A8B-5F82-37E3833B9A7A}"/>
              </a:ext>
            </a:extLst>
          </p:cNvPr>
          <p:cNvSpPr txBox="1">
            <a:spLocks noGrp="1"/>
          </p:cNvSpPr>
          <p:nvPr>
            <p:ph type="subTitle" idx="3"/>
          </p:nvPr>
        </p:nvSpPr>
        <p:spPr>
          <a:xfrm>
            <a:off x="487872" y="1319786"/>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F06D7A18-7521-38F2-71C2-FF65869ACFF7}"/>
              </a:ext>
            </a:extLst>
          </p:cNvPr>
          <p:cNvSpPr txBox="1">
            <a:spLocks noGrp="1"/>
          </p:cNvSpPr>
          <p:nvPr>
            <p:ph type="subTitle" idx="4"/>
          </p:nvPr>
        </p:nvSpPr>
        <p:spPr>
          <a:xfrm>
            <a:off x="518257" y="3749036"/>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AI models often ingest messy, unpredictable real-world data. If a model encounters a missing file or a string instead of a number, it shouldn't crash the whole system.</a:t>
            </a:r>
            <a:endParaRPr sz="1600" dirty="0">
              <a:solidFill>
                <a:schemeClr val="tx1"/>
              </a:solidFill>
            </a:endParaRPr>
          </a:p>
        </p:txBody>
      </p:sp>
      <p:sp>
        <p:nvSpPr>
          <p:cNvPr id="502" name="Google Shape;502;p38">
            <a:extLst>
              <a:ext uri="{FF2B5EF4-FFF2-40B4-BE49-F238E27FC236}">
                <a16:creationId xmlns:a16="http://schemas.microsoft.com/office/drawing/2014/main" id="{CE6612FD-8231-84BF-980D-377E42A99A39}"/>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0F073523-18A8-9709-0FEB-47A9CE82B59A}"/>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E58D5A9B-DF93-D6C4-95BB-F2ADA35277EC}"/>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285FDC5A-C253-818E-2996-16065B4F871E}"/>
              </a:ext>
            </a:extLst>
          </p:cNvPr>
          <p:cNvSpPr txBox="1"/>
          <p:nvPr/>
        </p:nvSpPr>
        <p:spPr>
          <a:xfrm>
            <a:off x="4587796" y="124122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Exception Handling</a:t>
            </a:r>
          </a:p>
        </p:txBody>
      </p:sp>
      <p:sp>
        <p:nvSpPr>
          <p:cNvPr id="9" name="TextBox 8">
            <a:extLst>
              <a:ext uri="{FF2B5EF4-FFF2-40B4-BE49-F238E27FC236}">
                <a16:creationId xmlns:a16="http://schemas.microsoft.com/office/drawing/2014/main" id="{1363AB2C-ADB7-0F89-C5B6-D53D42A32405}"/>
              </a:ext>
            </a:extLst>
          </p:cNvPr>
          <p:cNvSpPr txBox="1"/>
          <p:nvPr/>
        </p:nvSpPr>
        <p:spPr>
          <a:xfrm>
            <a:off x="4096868" y="5613066"/>
            <a:ext cx="6032119" cy="1138773"/>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Calibri" panose="020F0502020204030204" pitchFamily="34" charset="0"/>
                <a:ea typeface="Source Code Pro Medium" panose="020B0509030403020204" pitchFamily="49" charset="0"/>
                <a:cs typeface="Calibri" panose="020F0502020204030204" pitchFamily="34" charset="0"/>
              </a:rPr>
              <a:t>except: block. Always catch specific errors (like </a:t>
            </a:r>
            <a:r>
              <a:rPr lang="en-US" sz="1600" dirty="0" err="1">
                <a:latin typeface="Calibri" panose="020F0502020204030204" pitchFamily="34" charset="0"/>
                <a:ea typeface="Source Code Pro Medium" panose="020B0509030403020204" pitchFamily="49" charset="0"/>
                <a:cs typeface="Calibri" panose="020F0502020204030204" pitchFamily="34" charset="0"/>
              </a:rPr>
              <a:t>ValueError</a:t>
            </a:r>
            <a:r>
              <a:rPr lang="en-US" sz="1600" dirty="0">
                <a:latin typeface="Calibri" panose="020F0502020204030204" pitchFamily="34" charset="0"/>
                <a:ea typeface="Source Code Pro Medium" panose="020B0509030403020204" pitchFamily="49" charset="0"/>
                <a:cs typeface="Calibri" panose="020F0502020204030204" pitchFamily="34" charset="0"/>
              </a:rPr>
              <a:t>, </a:t>
            </a:r>
            <a:r>
              <a:rPr lang="en-US" dirty="0" err="1">
                <a:latin typeface="Calibri" panose="020F0502020204030204" pitchFamily="34" charset="0"/>
                <a:cs typeface="Calibri" panose="020F0502020204030204" pitchFamily="34" charset="0"/>
              </a:rPr>
              <a:t>IndexError</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TypeError</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KeyError</a:t>
            </a:r>
            <a:r>
              <a:rPr lang="en-US" dirty="0">
                <a:latin typeface="Calibri" panose="020F0502020204030204" pitchFamily="34" charset="0"/>
                <a:cs typeface="Calibri" panose="020F0502020204030204" pitchFamily="34" charset="0"/>
              </a:rPr>
              <a:t> </a:t>
            </a:r>
            <a:r>
              <a:rPr lang="en-US" sz="1600" dirty="0">
                <a:latin typeface="Calibri" panose="020F0502020204030204" pitchFamily="34" charset="0"/>
                <a:ea typeface="Source Code Pro Medium" panose="020B0509030403020204" pitchFamily="49" charset="0"/>
                <a:cs typeface="Calibri" panose="020F0502020204030204" pitchFamily="34" charset="0"/>
              </a:rPr>
              <a:t>or </a:t>
            </a:r>
            <a:r>
              <a:rPr lang="en-US" sz="1600" dirty="0" err="1">
                <a:latin typeface="Calibri" panose="020F0502020204030204" pitchFamily="34" charset="0"/>
                <a:ea typeface="Source Code Pro Medium" panose="020B0509030403020204" pitchFamily="49" charset="0"/>
                <a:cs typeface="Calibri" panose="020F0502020204030204" pitchFamily="34" charset="0"/>
              </a:rPr>
              <a:t>FileNotFoundError</a:t>
            </a:r>
            <a:r>
              <a:rPr lang="en-US" sz="1600" dirty="0">
                <a:latin typeface="Calibri" panose="020F0502020204030204" pitchFamily="34" charset="0"/>
                <a:ea typeface="Source Code Pro Medium" panose="020B0509030403020204" pitchFamily="49" charset="0"/>
                <a:cs typeface="Calibri" panose="020F0502020204030204" pitchFamily="34" charset="0"/>
              </a:rPr>
              <a:t> and these are Common Built-in Exceptions) so you know exactly what went wrong.</a:t>
            </a:r>
          </a:p>
        </p:txBody>
      </p:sp>
      <p:sp>
        <p:nvSpPr>
          <p:cNvPr id="4" name="TextBox 3">
            <a:extLst>
              <a:ext uri="{FF2B5EF4-FFF2-40B4-BE49-F238E27FC236}">
                <a16:creationId xmlns:a16="http://schemas.microsoft.com/office/drawing/2014/main" id="{EE57C0AE-8157-06D2-6FFE-315160178B31}"/>
              </a:ext>
            </a:extLst>
          </p:cNvPr>
          <p:cNvSpPr txBox="1"/>
          <p:nvPr/>
        </p:nvSpPr>
        <p:spPr>
          <a:xfrm>
            <a:off x="7623959" y="1645600"/>
            <a:ext cx="6460176" cy="3970318"/>
          </a:xfrm>
          <a:prstGeom prst="rect">
            <a:avLst/>
          </a:prstGeom>
          <a:noFill/>
        </p:spPr>
        <p:txBody>
          <a:bodyPr wrap="square">
            <a:spAutoFit/>
          </a:bodyPr>
          <a:lstStyle/>
          <a:p>
            <a:pPr algn="l" latinLnBrk="1">
              <a:buNone/>
            </a:pPr>
            <a:r>
              <a:rPr lang="en-US" b="0" dirty="0">
                <a:solidFill>
                  <a:srgbClr val="8DA1B9"/>
                </a:solidFill>
                <a:effectLst/>
                <a:latin typeface="Menlo"/>
              </a:rPr>
              <a:t># else - runs if no error occurs</a:t>
            </a:r>
            <a:endParaRPr lang="en-US" b="0" dirty="0">
              <a:solidFill>
                <a:srgbClr val="F9FAFB"/>
              </a:solidFill>
              <a:effectLst/>
              <a:latin typeface="Menlo"/>
            </a:endParaRPr>
          </a:p>
          <a:p>
            <a:pPr algn="l" latinLnBrk="1">
              <a:buNone/>
            </a:pPr>
            <a:r>
              <a:rPr lang="en-US" b="0" dirty="0">
                <a:solidFill>
                  <a:srgbClr val="E9AE7E"/>
                </a:solidFill>
                <a:effectLst/>
                <a:latin typeface="Menlo"/>
              </a:rPr>
              <a:t>try</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num </a:t>
            </a:r>
            <a:r>
              <a:rPr lang="en-US" b="0" dirty="0">
                <a:solidFill>
                  <a:srgbClr val="E9AE7E"/>
                </a:solidFill>
                <a:effectLst/>
                <a:latin typeface="Menlo"/>
              </a:rPr>
              <a:t>=</a:t>
            </a:r>
            <a:r>
              <a:rPr lang="en-US" b="0" dirty="0">
                <a:solidFill>
                  <a:srgbClr val="F9FAFB"/>
                </a:solidFill>
                <a:effectLst/>
                <a:latin typeface="Menlo"/>
              </a:rPr>
              <a:t> </a:t>
            </a:r>
            <a:r>
              <a:rPr lang="en-US" b="0" dirty="0">
                <a:solidFill>
                  <a:srgbClr val="F4ADF4"/>
                </a:solidFill>
                <a:effectLst/>
                <a:latin typeface="Menlo"/>
              </a:rPr>
              <a:t>int</a:t>
            </a:r>
            <a:r>
              <a:rPr lang="en-US" b="0" dirty="0">
                <a:solidFill>
                  <a:srgbClr val="E3EAF2"/>
                </a:solidFill>
                <a:effectLst/>
                <a:latin typeface="Menlo"/>
              </a:rPr>
              <a:t>(</a:t>
            </a:r>
            <a:r>
              <a:rPr lang="en-US" b="0" dirty="0">
                <a:solidFill>
                  <a:srgbClr val="F4ADF4"/>
                </a:solidFill>
                <a:effectLst/>
                <a:latin typeface="Menlo"/>
              </a:rPr>
              <a:t>input</a:t>
            </a:r>
            <a:r>
              <a:rPr lang="en-US" b="0" dirty="0">
                <a:solidFill>
                  <a:srgbClr val="E3EAF2"/>
                </a:solidFill>
                <a:effectLst/>
                <a:latin typeface="Menlo"/>
              </a:rPr>
              <a:t>(</a:t>
            </a:r>
            <a:r>
              <a:rPr lang="en-US" b="0" dirty="0">
                <a:solidFill>
                  <a:srgbClr val="91D076"/>
                </a:solidFill>
                <a:effectLst/>
                <a:latin typeface="Menlo"/>
              </a:rPr>
              <a:t>"Enter a number: "</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result </a:t>
            </a:r>
            <a:r>
              <a:rPr lang="en-US" b="0" dirty="0">
                <a:solidFill>
                  <a:srgbClr val="E9AE7E"/>
                </a:solidFill>
                <a:effectLst/>
                <a:latin typeface="Menlo"/>
              </a:rPr>
              <a:t>=</a:t>
            </a:r>
            <a:r>
              <a:rPr lang="en-US" b="0" dirty="0">
                <a:solidFill>
                  <a:srgbClr val="F9FAFB"/>
                </a:solidFill>
                <a:effectLst/>
                <a:latin typeface="Menlo"/>
              </a:rPr>
              <a:t> </a:t>
            </a:r>
            <a:r>
              <a:rPr lang="en-US" b="0" dirty="0">
                <a:solidFill>
                  <a:srgbClr val="E6D37A"/>
                </a:solidFill>
                <a:effectLst/>
                <a:latin typeface="Menlo"/>
              </a:rPr>
              <a:t>100</a:t>
            </a:r>
            <a:r>
              <a:rPr lang="en-US" b="0" dirty="0">
                <a:solidFill>
                  <a:srgbClr val="F9FAFB"/>
                </a:solidFill>
                <a:effectLst/>
                <a:latin typeface="Menlo"/>
              </a:rPr>
              <a:t> </a:t>
            </a:r>
            <a:r>
              <a:rPr lang="en-US" b="0" dirty="0">
                <a:solidFill>
                  <a:srgbClr val="E9AE7E"/>
                </a:solidFill>
                <a:effectLst/>
                <a:latin typeface="Menlo"/>
              </a:rPr>
              <a:t>/</a:t>
            </a:r>
            <a:r>
              <a:rPr lang="en-US" b="0" dirty="0">
                <a:solidFill>
                  <a:srgbClr val="F9FAFB"/>
                </a:solidFill>
                <a:effectLst/>
                <a:latin typeface="Menlo"/>
              </a:rPr>
              <a:t> num</a:t>
            </a:r>
          </a:p>
          <a:p>
            <a:pPr algn="l" latinLnBrk="1">
              <a:buNone/>
            </a:pPr>
            <a:r>
              <a:rPr lang="en-US" b="0" dirty="0">
                <a:solidFill>
                  <a:srgbClr val="E9AE7E"/>
                </a:solidFill>
                <a:effectLst/>
                <a:latin typeface="Menlo"/>
              </a:rPr>
              <a:t>except</a:t>
            </a:r>
            <a:r>
              <a:rPr lang="en-US" b="0" dirty="0">
                <a:solidFill>
                  <a:srgbClr val="F9FAFB"/>
                </a:solidFill>
                <a:effectLst/>
                <a:latin typeface="Menlo"/>
              </a:rPr>
              <a:t> </a:t>
            </a:r>
            <a:r>
              <a:rPr lang="en-US" b="0" dirty="0" err="1">
                <a:solidFill>
                  <a:srgbClr val="F9FAFB"/>
                </a:solidFill>
                <a:effectLst/>
                <a:latin typeface="Menlo"/>
              </a:rPr>
              <a:t>ValueError</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print</a:t>
            </a:r>
            <a:r>
              <a:rPr lang="en-US" b="0" dirty="0">
                <a:solidFill>
                  <a:srgbClr val="E3EAF2"/>
                </a:solidFill>
                <a:effectLst/>
                <a:latin typeface="Menlo"/>
              </a:rPr>
              <a:t>(</a:t>
            </a:r>
            <a:r>
              <a:rPr lang="en-US" b="0" dirty="0">
                <a:solidFill>
                  <a:srgbClr val="91D076"/>
                </a:solidFill>
                <a:effectLst/>
                <a:latin typeface="Menlo"/>
              </a:rPr>
              <a:t>"Invalid input!"</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E9AE7E"/>
                </a:solidFill>
                <a:effectLst/>
                <a:latin typeface="Menlo"/>
              </a:rPr>
              <a:t>except</a:t>
            </a:r>
            <a:r>
              <a:rPr lang="en-US" b="0" dirty="0">
                <a:solidFill>
                  <a:srgbClr val="F9FAFB"/>
                </a:solidFill>
                <a:effectLst/>
                <a:latin typeface="Menlo"/>
              </a:rPr>
              <a:t> </a:t>
            </a:r>
            <a:r>
              <a:rPr lang="en-US" b="0" dirty="0" err="1">
                <a:solidFill>
                  <a:srgbClr val="F9FAFB"/>
                </a:solidFill>
                <a:effectLst/>
                <a:latin typeface="Menlo"/>
              </a:rPr>
              <a:t>ZeroDivisionError</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print</a:t>
            </a:r>
            <a:r>
              <a:rPr lang="en-US" b="0" dirty="0">
                <a:solidFill>
                  <a:srgbClr val="E3EAF2"/>
                </a:solidFill>
                <a:effectLst/>
                <a:latin typeface="Menlo"/>
              </a:rPr>
              <a:t>(</a:t>
            </a:r>
            <a:r>
              <a:rPr lang="en-US" b="0" dirty="0">
                <a:solidFill>
                  <a:srgbClr val="91D076"/>
                </a:solidFill>
                <a:effectLst/>
                <a:latin typeface="Menlo"/>
              </a:rPr>
              <a:t>"Can't divide by zero!"</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E9AE7E"/>
                </a:solidFill>
                <a:effectLst/>
                <a:latin typeface="Menlo"/>
              </a:rPr>
              <a:t>else</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8DA1B9"/>
                </a:solidFill>
                <a:effectLst/>
                <a:latin typeface="Menlo"/>
              </a:rPr>
              <a:t># Runs only if no exception occurred</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print</a:t>
            </a:r>
            <a:r>
              <a:rPr lang="en-US" b="0" dirty="0">
                <a:solidFill>
                  <a:srgbClr val="E3EAF2"/>
                </a:solidFill>
                <a:effectLst/>
                <a:latin typeface="Menlo"/>
              </a:rPr>
              <a:t>(</a:t>
            </a:r>
            <a:r>
              <a:rPr lang="en-US" b="0" dirty="0" err="1">
                <a:solidFill>
                  <a:srgbClr val="91D076"/>
                </a:solidFill>
                <a:effectLst/>
                <a:latin typeface="Menlo"/>
              </a:rPr>
              <a:t>f"Success</a:t>
            </a:r>
            <a:r>
              <a:rPr lang="en-US" b="0" dirty="0">
                <a:solidFill>
                  <a:srgbClr val="91D076"/>
                </a:solidFill>
                <a:effectLst/>
                <a:latin typeface="Menlo"/>
              </a:rPr>
              <a:t>! Result: </a:t>
            </a:r>
            <a:r>
              <a:rPr lang="en-US" b="0" dirty="0">
                <a:solidFill>
                  <a:srgbClr val="E3EAF2"/>
                </a:solidFill>
                <a:effectLst/>
                <a:latin typeface="Menlo"/>
              </a:rPr>
              <a:t>{</a:t>
            </a:r>
            <a:r>
              <a:rPr lang="en-US" b="0" dirty="0">
                <a:solidFill>
                  <a:srgbClr val="F9FAFB"/>
                </a:solidFill>
                <a:effectLst/>
                <a:latin typeface="Menlo"/>
              </a:rPr>
              <a:t>result</a:t>
            </a:r>
            <a:r>
              <a:rPr lang="en-US" b="0" dirty="0">
                <a:solidFill>
                  <a:srgbClr val="E3EAF2"/>
                </a:solidFill>
                <a:effectLst/>
                <a:latin typeface="Menlo"/>
              </a:rPr>
              <a:t>}</a:t>
            </a:r>
            <a:r>
              <a:rPr lang="en-US" b="0" dirty="0">
                <a:solidFill>
                  <a:srgbClr val="91D076"/>
                </a:solidFill>
                <a:effectLst/>
                <a:latin typeface="Menlo"/>
              </a:rPr>
              <a:t>"</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E9AE7E"/>
                </a:solidFill>
                <a:effectLst/>
                <a:latin typeface="Menlo"/>
              </a:rPr>
              <a:t>finally</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8DA1B9"/>
                </a:solidFill>
                <a:effectLst/>
                <a:latin typeface="Menlo"/>
              </a:rPr>
              <a:t># Always runs, whether error or not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print</a:t>
            </a:r>
            <a:r>
              <a:rPr lang="en-US" b="0" dirty="0">
                <a:solidFill>
                  <a:srgbClr val="E3EAF2"/>
                </a:solidFill>
                <a:effectLst/>
                <a:latin typeface="Menlo"/>
              </a:rPr>
              <a:t>(</a:t>
            </a:r>
            <a:r>
              <a:rPr lang="en-US" b="0" dirty="0">
                <a:solidFill>
                  <a:srgbClr val="91D076"/>
                </a:solidFill>
                <a:effectLst/>
                <a:latin typeface="Menlo"/>
              </a:rPr>
              <a:t>"This runs every time"</a:t>
            </a:r>
            <a:r>
              <a:rPr lang="en-US" b="0" dirty="0">
                <a:solidFill>
                  <a:srgbClr val="E3EAF2"/>
                </a:solidFill>
                <a:effectLst/>
                <a:latin typeface="Menlo"/>
              </a:rPr>
              <a:t>)</a:t>
            </a:r>
            <a:endParaRPr lang="en-US" b="0" dirty="0">
              <a:solidFill>
                <a:srgbClr val="F9FAFB"/>
              </a:solidFill>
              <a:effectLst/>
              <a:latin typeface="Menlo"/>
            </a:endParaRPr>
          </a:p>
        </p:txBody>
      </p:sp>
    </p:spTree>
    <p:extLst>
      <p:ext uri="{BB962C8B-B14F-4D97-AF65-F5344CB8AC3E}">
        <p14:creationId xmlns:p14="http://schemas.microsoft.com/office/powerpoint/2010/main" val="2936358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45"/>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01</a:t>
            </a:r>
            <a:endParaRPr dirty="0">
              <a:solidFill>
                <a:schemeClr val="lt2"/>
              </a:solidFill>
            </a:endParaRPr>
          </a:p>
        </p:txBody>
      </p:sp>
      <p:sp>
        <p:nvSpPr>
          <p:cNvPr id="764" name="Google Shape;764;p45"/>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1 – function</a:t>
            </a:r>
            <a:br>
              <a:rPr lang="en-US" dirty="0"/>
            </a:br>
            <a:endParaRPr dirty="0"/>
          </a:p>
          <a:p>
            <a:pPr marL="0" indent="0">
              <a:buNone/>
            </a:pPr>
            <a:endParaRPr dirty="0"/>
          </a:p>
        </p:txBody>
      </p:sp>
      <p:grpSp>
        <p:nvGrpSpPr>
          <p:cNvPr id="765" name="Google Shape;765;p45"/>
          <p:cNvGrpSpPr/>
          <p:nvPr/>
        </p:nvGrpSpPr>
        <p:grpSpPr>
          <a:xfrm>
            <a:off x="723063" y="2065885"/>
            <a:ext cx="3188413" cy="4072747"/>
            <a:chOff x="358925" y="1867675"/>
            <a:chExt cx="2142175" cy="2736325"/>
          </a:xfrm>
        </p:grpSpPr>
        <p:sp>
          <p:nvSpPr>
            <p:cNvPr id="766" name="Google Shape;766;p45"/>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8" name="Picture 7">
            <a:extLst>
              <a:ext uri="{FF2B5EF4-FFF2-40B4-BE49-F238E27FC236}">
                <a16:creationId xmlns:a16="http://schemas.microsoft.com/office/drawing/2014/main" id="{6E42A357-88EC-8D74-490C-AD19AC965963}"/>
              </a:ext>
            </a:extLst>
          </p:cNvPr>
          <p:cNvPicPr>
            <a:picLocks noChangeAspect="1"/>
          </p:cNvPicPr>
          <p:nvPr/>
        </p:nvPicPr>
        <p:blipFill>
          <a:blip r:embed="rId3"/>
          <a:stretch>
            <a:fillRect/>
          </a:stretch>
        </p:blipFill>
        <p:spPr>
          <a:xfrm>
            <a:off x="3806175" y="2872610"/>
            <a:ext cx="6363588" cy="2295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47C8-2F8E-D128-BB49-E815771030B1}"/>
              </a:ext>
            </a:extLst>
          </p:cNvPr>
          <p:cNvSpPr>
            <a:spLocks noGrp="1"/>
          </p:cNvSpPr>
          <p:nvPr>
            <p:ph type="title"/>
          </p:nvPr>
        </p:nvSpPr>
        <p:spPr>
          <a:xfrm>
            <a:off x="5529942" y="1635752"/>
            <a:ext cx="6103917" cy="763600"/>
          </a:xfrm>
        </p:spPr>
        <p:txBody>
          <a:bodyPr/>
          <a:lstStyle/>
          <a:p>
            <a:r>
              <a:rPr lang="en-US" b="1" dirty="0"/>
              <a:t>Custom Exceptions</a:t>
            </a:r>
            <a:br>
              <a:rPr lang="en-US" b="1" dirty="0"/>
            </a:br>
            <a:r>
              <a:rPr lang="en-US" b="1" dirty="0"/>
              <a:t>practice</a:t>
            </a:r>
            <a:br>
              <a:rPr lang="en-US" b="1" dirty="0"/>
            </a:br>
            <a:endParaRPr lang="en-US" dirty="0"/>
          </a:p>
        </p:txBody>
      </p:sp>
      <p:sp>
        <p:nvSpPr>
          <p:cNvPr id="7" name="TextBox 6">
            <a:extLst>
              <a:ext uri="{FF2B5EF4-FFF2-40B4-BE49-F238E27FC236}">
                <a16:creationId xmlns:a16="http://schemas.microsoft.com/office/drawing/2014/main" id="{70364605-B5B2-8051-939F-0CD1347E3704}"/>
              </a:ext>
            </a:extLst>
          </p:cNvPr>
          <p:cNvSpPr txBox="1"/>
          <p:nvPr/>
        </p:nvSpPr>
        <p:spPr>
          <a:xfrm>
            <a:off x="558141" y="117693"/>
            <a:ext cx="6103916" cy="6740307"/>
          </a:xfrm>
          <a:prstGeom prst="rect">
            <a:avLst/>
          </a:prstGeom>
          <a:noFill/>
        </p:spPr>
        <p:txBody>
          <a:bodyPr wrap="square">
            <a:spAutoFit/>
          </a:bodyPr>
          <a:lstStyle/>
          <a:p>
            <a:pPr algn="l" latinLnBrk="1">
              <a:buNone/>
            </a:pPr>
            <a:r>
              <a:rPr lang="en-US" b="0" dirty="0">
                <a:solidFill>
                  <a:srgbClr val="8DA1B9"/>
                </a:solidFill>
                <a:effectLst/>
                <a:latin typeface="Menlo"/>
              </a:rPr>
              <a:t># Create your own exception class</a:t>
            </a:r>
            <a:endParaRPr lang="en-US" b="0" dirty="0">
              <a:solidFill>
                <a:srgbClr val="F9FAFB"/>
              </a:solidFill>
              <a:effectLst/>
              <a:latin typeface="Menlo"/>
            </a:endParaRPr>
          </a:p>
          <a:p>
            <a:pPr algn="l" latinLnBrk="1">
              <a:buNone/>
            </a:pPr>
            <a:r>
              <a:rPr lang="en-US" b="0" dirty="0">
                <a:solidFill>
                  <a:srgbClr val="E9AE7E"/>
                </a:solidFill>
                <a:effectLst/>
                <a:latin typeface="Menlo"/>
              </a:rPr>
              <a:t>class</a:t>
            </a:r>
            <a:r>
              <a:rPr lang="en-US" b="0" dirty="0">
                <a:solidFill>
                  <a:srgbClr val="F9FAFB"/>
                </a:solidFill>
                <a:effectLst/>
                <a:latin typeface="Menlo"/>
              </a:rPr>
              <a:t> </a:t>
            </a:r>
            <a:r>
              <a:rPr lang="en-US" b="0" dirty="0" err="1">
                <a:solidFill>
                  <a:srgbClr val="6CB8E6"/>
                </a:solidFill>
                <a:effectLst/>
                <a:latin typeface="Menlo"/>
              </a:rPr>
              <a:t>InsufficientFundsError</a:t>
            </a:r>
            <a:r>
              <a:rPr lang="en-US" b="0" dirty="0">
                <a:solidFill>
                  <a:srgbClr val="E3EAF2"/>
                </a:solidFill>
                <a:effectLst/>
                <a:latin typeface="Menlo"/>
              </a:rPr>
              <a:t>(</a:t>
            </a:r>
            <a:r>
              <a:rPr lang="en-US" b="0" dirty="0">
                <a:solidFill>
                  <a:srgbClr val="F9FAFB"/>
                </a:solidFill>
                <a:effectLst/>
                <a:latin typeface="Menlo"/>
              </a:rPr>
              <a:t>Exception</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91D076"/>
                </a:solidFill>
                <a:effectLst/>
                <a:latin typeface="Menlo"/>
              </a:rPr>
              <a:t>"""Raised when account balance is insufficient"""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pass</a:t>
            </a:r>
            <a:endParaRPr lang="en-US" b="0" dirty="0">
              <a:solidFill>
                <a:srgbClr val="F9FAFB"/>
              </a:solidFill>
              <a:effectLst/>
              <a:latin typeface="Menlo"/>
            </a:endParaRPr>
          </a:p>
          <a:p>
            <a:pPr algn="l" latinLnBrk="1">
              <a:buNone/>
            </a:pPr>
            <a:endParaRPr lang="en-US" b="0" dirty="0">
              <a:solidFill>
                <a:srgbClr val="F9FAFB"/>
              </a:solidFill>
              <a:effectLst/>
              <a:latin typeface="Menlo"/>
            </a:endParaRPr>
          </a:p>
          <a:p>
            <a:pPr algn="l" latinLnBrk="1">
              <a:buNone/>
            </a:pPr>
            <a:r>
              <a:rPr lang="en-US" b="0" dirty="0">
                <a:solidFill>
                  <a:srgbClr val="E9AE7E"/>
                </a:solidFill>
                <a:effectLst/>
                <a:latin typeface="Menlo"/>
              </a:rPr>
              <a:t>class</a:t>
            </a:r>
            <a:r>
              <a:rPr lang="en-US" b="0" dirty="0">
                <a:solidFill>
                  <a:srgbClr val="F9FAFB"/>
                </a:solidFill>
                <a:effectLst/>
                <a:latin typeface="Menlo"/>
              </a:rPr>
              <a:t> </a:t>
            </a:r>
            <a:r>
              <a:rPr lang="en-US" b="0" dirty="0" err="1">
                <a:solidFill>
                  <a:srgbClr val="6CB8E6"/>
                </a:solidFill>
                <a:effectLst/>
                <a:latin typeface="Menlo"/>
              </a:rPr>
              <a:t>BankAccount</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def</a:t>
            </a:r>
            <a:r>
              <a:rPr lang="en-US" b="0" dirty="0">
                <a:solidFill>
                  <a:srgbClr val="F9FAFB"/>
                </a:solidFill>
                <a:effectLst/>
                <a:latin typeface="Menlo"/>
              </a:rPr>
              <a:t> </a:t>
            </a:r>
            <a:r>
              <a:rPr lang="en-US" b="0" dirty="0">
                <a:solidFill>
                  <a:srgbClr val="C699E3"/>
                </a:solidFill>
                <a:effectLst/>
                <a:latin typeface="Menlo"/>
              </a:rPr>
              <a:t>__</a:t>
            </a:r>
            <a:r>
              <a:rPr lang="en-US" b="0" dirty="0" err="1">
                <a:solidFill>
                  <a:srgbClr val="C699E3"/>
                </a:solidFill>
                <a:effectLst/>
                <a:latin typeface="Menlo"/>
              </a:rPr>
              <a:t>init</a:t>
            </a:r>
            <a:r>
              <a:rPr lang="en-US" b="0" dirty="0">
                <a:solidFill>
                  <a:srgbClr val="C699E3"/>
                </a:solidFill>
                <a:effectLst/>
                <a:latin typeface="Menlo"/>
              </a:rPr>
              <a:t>__</a:t>
            </a:r>
            <a:r>
              <a:rPr lang="en-US" b="0" dirty="0">
                <a:solidFill>
                  <a:srgbClr val="E3EAF2"/>
                </a:solidFill>
                <a:effectLst/>
                <a:latin typeface="Menlo"/>
              </a:rPr>
              <a:t>(</a:t>
            </a:r>
            <a:r>
              <a:rPr lang="en-US" b="0" dirty="0">
                <a:solidFill>
                  <a:srgbClr val="F9FAFB"/>
                </a:solidFill>
                <a:effectLst/>
                <a:latin typeface="Menlo"/>
              </a:rPr>
              <a:t>self</a:t>
            </a:r>
            <a:r>
              <a:rPr lang="en-US" b="0" dirty="0">
                <a:solidFill>
                  <a:srgbClr val="E3EAF2"/>
                </a:solidFill>
                <a:effectLst/>
                <a:latin typeface="Menlo"/>
              </a:rPr>
              <a:t>,</a:t>
            </a:r>
            <a:r>
              <a:rPr lang="en-US" b="0" dirty="0">
                <a:solidFill>
                  <a:srgbClr val="F9FAFB"/>
                </a:solidFill>
                <a:effectLst/>
                <a:latin typeface="Menlo"/>
              </a:rPr>
              <a:t> balance</a:t>
            </a:r>
            <a:r>
              <a:rPr lang="en-US" b="0" dirty="0">
                <a:solidFill>
                  <a:srgbClr val="E9AE7E"/>
                </a:solidFill>
                <a:effectLst/>
                <a:latin typeface="Menlo"/>
              </a:rPr>
              <a:t>=</a:t>
            </a:r>
            <a:r>
              <a:rPr lang="en-US" b="0" dirty="0">
                <a:solidFill>
                  <a:srgbClr val="E6D37A"/>
                </a:solidFill>
                <a:effectLst/>
                <a:latin typeface="Menlo"/>
              </a:rPr>
              <a:t>0</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err="1">
                <a:solidFill>
                  <a:srgbClr val="F9FAFB"/>
                </a:solidFill>
                <a:effectLst/>
                <a:latin typeface="Menlo"/>
              </a:rPr>
              <a:t>self</a:t>
            </a:r>
            <a:r>
              <a:rPr lang="en-US" b="0" dirty="0" err="1">
                <a:solidFill>
                  <a:srgbClr val="E3EAF2"/>
                </a:solidFill>
                <a:effectLst/>
                <a:latin typeface="Menlo"/>
              </a:rPr>
              <a:t>.</a:t>
            </a:r>
            <a:r>
              <a:rPr lang="en-US" b="0" dirty="0" err="1">
                <a:solidFill>
                  <a:srgbClr val="F9FAFB"/>
                </a:solidFill>
                <a:effectLst/>
                <a:latin typeface="Menlo"/>
              </a:rPr>
              <a:t>balance</a:t>
            </a:r>
            <a:r>
              <a:rPr lang="en-US" b="0" dirty="0">
                <a:solidFill>
                  <a:srgbClr val="F9FAFB"/>
                </a:solidFill>
                <a:effectLst/>
                <a:latin typeface="Menlo"/>
              </a:rPr>
              <a:t> </a:t>
            </a:r>
            <a:r>
              <a:rPr lang="en-US" b="0" dirty="0">
                <a:solidFill>
                  <a:srgbClr val="E9AE7E"/>
                </a:solidFill>
                <a:effectLst/>
                <a:latin typeface="Menlo"/>
              </a:rPr>
              <a:t>=</a:t>
            </a:r>
            <a:r>
              <a:rPr lang="en-US" b="0" dirty="0">
                <a:solidFill>
                  <a:srgbClr val="F9FAFB"/>
                </a:solidFill>
                <a:effectLst/>
                <a:latin typeface="Menlo"/>
              </a:rPr>
              <a:t> balance</a:t>
            </a:r>
          </a:p>
          <a:p>
            <a:pPr algn="l" latinLnBrk="1">
              <a:buNone/>
            </a:pPr>
            <a:r>
              <a:rPr lang="en-US" b="0" dirty="0">
                <a:solidFill>
                  <a:srgbClr val="F9FAFB"/>
                </a:solidFill>
                <a:effectLst/>
                <a:latin typeface="Menlo"/>
              </a:rPr>
              <a:t>    </a:t>
            </a:r>
          </a:p>
          <a:p>
            <a:pPr algn="l" latinLnBrk="1">
              <a:buNone/>
            </a:pPr>
            <a:r>
              <a:rPr lang="en-US" b="0" dirty="0">
                <a:solidFill>
                  <a:srgbClr val="F9FAFB"/>
                </a:solidFill>
                <a:effectLst/>
                <a:latin typeface="Menlo"/>
              </a:rPr>
              <a:t>    </a:t>
            </a:r>
            <a:r>
              <a:rPr lang="en-US" b="0" dirty="0">
                <a:solidFill>
                  <a:srgbClr val="E9AE7E"/>
                </a:solidFill>
                <a:effectLst/>
                <a:latin typeface="Menlo"/>
              </a:rPr>
              <a:t>def</a:t>
            </a:r>
            <a:r>
              <a:rPr lang="en-US" b="0" dirty="0">
                <a:solidFill>
                  <a:srgbClr val="F9FAFB"/>
                </a:solidFill>
                <a:effectLst/>
                <a:latin typeface="Menlo"/>
              </a:rPr>
              <a:t> </a:t>
            </a:r>
            <a:r>
              <a:rPr lang="en-US" b="0" dirty="0">
                <a:solidFill>
                  <a:srgbClr val="C699E3"/>
                </a:solidFill>
                <a:effectLst/>
                <a:latin typeface="Menlo"/>
              </a:rPr>
              <a:t>withdraw</a:t>
            </a:r>
            <a:r>
              <a:rPr lang="en-US" b="0" dirty="0">
                <a:solidFill>
                  <a:srgbClr val="E3EAF2"/>
                </a:solidFill>
                <a:effectLst/>
                <a:latin typeface="Menlo"/>
              </a:rPr>
              <a:t>(</a:t>
            </a:r>
            <a:r>
              <a:rPr lang="en-US" b="0" dirty="0">
                <a:solidFill>
                  <a:srgbClr val="F9FAFB"/>
                </a:solidFill>
                <a:effectLst/>
                <a:latin typeface="Menlo"/>
              </a:rPr>
              <a:t>self</a:t>
            </a:r>
            <a:r>
              <a:rPr lang="en-US" b="0" dirty="0">
                <a:solidFill>
                  <a:srgbClr val="E3EAF2"/>
                </a:solidFill>
                <a:effectLst/>
                <a:latin typeface="Menlo"/>
              </a:rPr>
              <a:t>,</a:t>
            </a:r>
            <a:r>
              <a:rPr lang="en-US" b="0" dirty="0">
                <a:solidFill>
                  <a:srgbClr val="F9FAFB"/>
                </a:solidFill>
                <a:effectLst/>
                <a:latin typeface="Menlo"/>
              </a:rPr>
              <a:t> amount</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if</a:t>
            </a:r>
            <a:r>
              <a:rPr lang="en-US" b="0" dirty="0">
                <a:solidFill>
                  <a:srgbClr val="F9FAFB"/>
                </a:solidFill>
                <a:effectLst/>
                <a:latin typeface="Menlo"/>
              </a:rPr>
              <a:t> amount </a:t>
            </a:r>
            <a:r>
              <a:rPr lang="en-US" b="0" dirty="0">
                <a:solidFill>
                  <a:srgbClr val="E9AE7E"/>
                </a:solidFill>
                <a:effectLst/>
                <a:latin typeface="Menlo"/>
              </a:rPr>
              <a:t>&gt;</a:t>
            </a:r>
            <a:r>
              <a:rPr lang="en-US" b="0" dirty="0">
                <a:solidFill>
                  <a:srgbClr val="F9FAFB"/>
                </a:solidFill>
                <a:effectLst/>
                <a:latin typeface="Menlo"/>
              </a:rPr>
              <a:t> </a:t>
            </a:r>
            <a:r>
              <a:rPr lang="en-US" b="0" dirty="0" err="1">
                <a:solidFill>
                  <a:srgbClr val="F9FAFB"/>
                </a:solidFill>
                <a:effectLst/>
                <a:latin typeface="Menlo"/>
              </a:rPr>
              <a:t>self</a:t>
            </a:r>
            <a:r>
              <a:rPr lang="en-US" b="0" dirty="0" err="1">
                <a:solidFill>
                  <a:srgbClr val="E3EAF2"/>
                </a:solidFill>
                <a:effectLst/>
                <a:latin typeface="Menlo"/>
              </a:rPr>
              <a:t>.</a:t>
            </a:r>
            <a:r>
              <a:rPr lang="en-US" b="0" dirty="0" err="1">
                <a:solidFill>
                  <a:srgbClr val="F9FAFB"/>
                </a:solidFill>
                <a:effectLst/>
                <a:latin typeface="Menlo"/>
              </a:rPr>
              <a:t>balance</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raise</a:t>
            </a:r>
            <a:r>
              <a:rPr lang="en-US" b="0" dirty="0">
                <a:solidFill>
                  <a:srgbClr val="F9FAFB"/>
                </a:solidFill>
                <a:effectLst/>
                <a:latin typeface="Menlo"/>
              </a:rPr>
              <a:t> </a:t>
            </a:r>
            <a:r>
              <a:rPr lang="en-US" b="0" dirty="0" err="1">
                <a:solidFill>
                  <a:srgbClr val="F9FAFB"/>
                </a:solidFill>
                <a:effectLst/>
                <a:latin typeface="Menlo"/>
              </a:rPr>
              <a:t>InsufficientFundsError</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err="1">
                <a:solidFill>
                  <a:srgbClr val="91D076"/>
                </a:solidFill>
                <a:effectLst/>
                <a:latin typeface="Menlo"/>
              </a:rPr>
              <a:t>f"Cannot</a:t>
            </a:r>
            <a:r>
              <a:rPr lang="en-US" b="0" dirty="0">
                <a:solidFill>
                  <a:srgbClr val="91D076"/>
                </a:solidFill>
                <a:effectLst/>
                <a:latin typeface="Menlo"/>
              </a:rPr>
              <a:t> withdraw $</a:t>
            </a:r>
            <a:r>
              <a:rPr lang="en-US" b="0" dirty="0">
                <a:solidFill>
                  <a:srgbClr val="E3EAF2"/>
                </a:solidFill>
                <a:effectLst/>
                <a:latin typeface="Menlo"/>
              </a:rPr>
              <a:t>{</a:t>
            </a:r>
            <a:r>
              <a:rPr lang="en-US" b="0" dirty="0">
                <a:solidFill>
                  <a:srgbClr val="F9FAFB"/>
                </a:solidFill>
                <a:effectLst/>
                <a:latin typeface="Menlo"/>
              </a:rPr>
              <a:t>amount</a:t>
            </a:r>
            <a:r>
              <a:rPr lang="en-US" b="0" dirty="0">
                <a:solidFill>
                  <a:srgbClr val="E3EAF2"/>
                </a:solidFill>
                <a:effectLst/>
                <a:latin typeface="Menlo"/>
              </a:rPr>
              <a:t>}</a:t>
            </a:r>
            <a:r>
              <a:rPr lang="en-US" b="0" dirty="0">
                <a:solidFill>
                  <a:srgbClr val="91D076"/>
                </a:solidFill>
                <a:effectLst/>
                <a:latin typeface="Menlo"/>
              </a:rPr>
              <a:t>. Balance: $</a:t>
            </a:r>
            <a:r>
              <a:rPr lang="en-US" b="0" dirty="0">
                <a:solidFill>
                  <a:srgbClr val="E3EAF2"/>
                </a:solidFill>
                <a:effectLst/>
                <a:latin typeface="Menlo"/>
              </a:rPr>
              <a:t>{</a:t>
            </a:r>
            <a:r>
              <a:rPr lang="en-US" b="0" dirty="0" err="1">
                <a:solidFill>
                  <a:srgbClr val="F9FAFB"/>
                </a:solidFill>
                <a:effectLst/>
                <a:latin typeface="Menlo"/>
              </a:rPr>
              <a:t>self</a:t>
            </a:r>
            <a:r>
              <a:rPr lang="en-US" b="0" dirty="0" err="1">
                <a:solidFill>
                  <a:srgbClr val="E3EAF2"/>
                </a:solidFill>
                <a:effectLst/>
                <a:latin typeface="Menlo"/>
              </a:rPr>
              <a:t>.</a:t>
            </a:r>
            <a:r>
              <a:rPr lang="en-US" b="0" dirty="0" err="1">
                <a:solidFill>
                  <a:srgbClr val="F9FAFB"/>
                </a:solidFill>
                <a:effectLst/>
                <a:latin typeface="Menlo"/>
              </a:rPr>
              <a:t>balance</a:t>
            </a:r>
            <a:r>
              <a:rPr lang="en-US" b="0" dirty="0">
                <a:solidFill>
                  <a:srgbClr val="E3EAF2"/>
                </a:solidFill>
                <a:effectLst/>
                <a:latin typeface="Menlo"/>
              </a:rPr>
              <a:t>}</a:t>
            </a:r>
            <a:r>
              <a:rPr lang="en-US" b="0" dirty="0">
                <a:solidFill>
                  <a:srgbClr val="91D076"/>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err="1">
                <a:solidFill>
                  <a:srgbClr val="F9FAFB"/>
                </a:solidFill>
                <a:effectLst/>
                <a:latin typeface="Menlo"/>
              </a:rPr>
              <a:t>self</a:t>
            </a:r>
            <a:r>
              <a:rPr lang="en-US" b="0" dirty="0" err="1">
                <a:solidFill>
                  <a:srgbClr val="E3EAF2"/>
                </a:solidFill>
                <a:effectLst/>
                <a:latin typeface="Menlo"/>
              </a:rPr>
              <a:t>.</a:t>
            </a:r>
            <a:r>
              <a:rPr lang="en-US" b="0" dirty="0" err="1">
                <a:solidFill>
                  <a:srgbClr val="F9FAFB"/>
                </a:solidFill>
                <a:effectLst/>
                <a:latin typeface="Menlo"/>
              </a:rPr>
              <a:t>balance</a:t>
            </a:r>
            <a:r>
              <a:rPr lang="en-US" b="0" dirty="0">
                <a:solidFill>
                  <a:srgbClr val="F9FAFB"/>
                </a:solidFill>
                <a:effectLst/>
                <a:latin typeface="Menlo"/>
              </a:rPr>
              <a:t> </a:t>
            </a:r>
            <a:r>
              <a:rPr lang="en-US" b="0" dirty="0">
                <a:solidFill>
                  <a:srgbClr val="E9AE7E"/>
                </a:solidFill>
                <a:effectLst/>
                <a:latin typeface="Menlo"/>
              </a:rPr>
              <a:t>-=</a:t>
            </a:r>
            <a:r>
              <a:rPr lang="en-US" b="0" dirty="0">
                <a:solidFill>
                  <a:srgbClr val="F9FAFB"/>
                </a:solidFill>
                <a:effectLst/>
                <a:latin typeface="Menlo"/>
              </a:rPr>
              <a:t> amount</a:t>
            </a:r>
          </a:p>
          <a:p>
            <a:pPr algn="l" latinLnBrk="1">
              <a:buNone/>
            </a:pPr>
            <a:r>
              <a:rPr lang="en-US" b="0" dirty="0">
                <a:solidFill>
                  <a:srgbClr val="F9FAFB"/>
                </a:solidFill>
                <a:effectLst/>
                <a:latin typeface="Menlo"/>
              </a:rPr>
              <a:t>        </a:t>
            </a:r>
            <a:r>
              <a:rPr lang="en-US" b="0" dirty="0">
                <a:solidFill>
                  <a:srgbClr val="E9AE7E"/>
                </a:solidFill>
                <a:effectLst/>
                <a:latin typeface="Menlo"/>
              </a:rPr>
              <a:t>return</a:t>
            </a:r>
            <a:r>
              <a:rPr lang="en-US" b="0" dirty="0">
                <a:solidFill>
                  <a:srgbClr val="F9FAFB"/>
                </a:solidFill>
                <a:effectLst/>
                <a:latin typeface="Menlo"/>
              </a:rPr>
              <a:t> </a:t>
            </a:r>
            <a:r>
              <a:rPr lang="en-US" b="0" dirty="0" err="1">
                <a:solidFill>
                  <a:srgbClr val="F9FAFB"/>
                </a:solidFill>
                <a:effectLst/>
                <a:latin typeface="Menlo"/>
              </a:rPr>
              <a:t>self</a:t>
            </a:r>
            <a:r>
              <a:rPr lang="en-US" b="0" dirty="0" err="1">
                <a:solidFill>
                  <a:srgbClr val="E3EAF2"/>
                </a:solidFill>
                <a:effectLst/>
                <a:latin typeface="Menlo"/>
              </a:rPr>
              <a:t>.</a:t>
            </a:r>
            <a:r>
              <a:rPr lang="en-US" b="0" dirty="0" err="1">
                <a:solidFill>
                  <a:srgbClr val="F9FAFB"/>
                </a:solidFill>
                <a:effectLst/>
                <a:latin typeface="Menlo"/>
              </a:rPr>
              <a:t>balance</a:t>
            </a:r>
            <a:endParaRPr lang="en-US" b="0" dirty="0">
              <a:solidFill>
                <a:srgbClr val="F9FAFB"/>
              </a:solidFill>
              <a:effectLst/>
              <a:latin typeface="Menlo"/>
            </a:endParaRPr>
          </a:p>
          <a:p>
            <a:pPr algn="l" latinLnBrk="1">
              <a:buNone/>
            </a:pPr>
            <a:endParaRPr lang="en-US" b="0" dirty="0">
              <a:solidFill>
                <a:srgbClr val="F9FAFB"/>
              </a:solidFill>
              <a:effectLst/>
              <a:latin typeface="Menlo"/>
            </a:endParaRPr>
          </a:p>
          <a:p>
            <a:pPr algn="l" latinLnBrk="1">
              <a:buNone/>
            </a:pPr>
            <a:r>
              <a:rPr lang="en-US" b="0" dirty="0">
                <a:solidFill>
                  <a:srgbClr val="8DA1B9"/>
                </a:solidFill>
                <a:effectLst/>
                <a:latin typeface="Menlo"/>
              </a:rPr>
              <a:t># Using custom exception</a:t>
            </a:r>
            <a:endParaRPr lang="en-US" b="0" dirty="0">
              <a:solidFill>
                <a:srgbClr val="F9FAFB"/>
              </a:solidFill>
              <a:effectLst/>
              <a:latin typeface="Menlo"/>
            </a:endParaRPr>
          </a:p>
          <a:p>
            <a:pPr algn="l" latinLnBrk="1">
              <a:buNone/>
            </a:pPr>
            <a:r>
              <a:rPr lang="en-US" b="0" dirty="0">
                <a:solidFill>
                  <a:srgbClr val="F9FAFB"/>
                </a:solidFill>
                <a:effectLst/>
                <a:latin typeface="Menlo"/>
              </a:rPr>
              <a:t>account </a:t>
            </a:r>
            <a:r>
              <a:rPr lang="en-US" b="0" dirty="0">
                <a:solidFill>
                  <a:srgbClr val="E9AE7E"/>
                </a:solidFill>
                <a:effectLst/>
                <a:latin typeface="Menlo"/>
              </a:rPr>
              <a:t>=</a:t>
            </a:r>
            <a:r>
              <a:rPr lang="en-US" b="0" dirty="0">
                <a:solidFill>
                  <a:srgbClr val="F9FAFB"/>
                </a:solidFill>
                <a:effectLst/>
                <a:latin typeface="Menlo"/>
              </a:rPr>
              <a:t> </a:t>
            </a:r>
            <a:r>
              <a:rPr lang="en-US" b="0" dirty="0" err="1">
                <a:solidFill>
                  <a:srgbClr val="F9FAFB"/>
                </a:solidFill>
                <a:effectLst/>
                <a:latin typeface="Menlo"/>
              </a:rPr>
              <a:t>BankAccount</a:t>
            </a:r>
            <a:r>
              <a:rPr lang="en-US" b="0" dirty="0">
                <a:solidFill>
                  <a:srgbClr val="E3EAF2"/>
                </a:solidFill>
                <a:effectLst/>
                <a:latin typeface="Menlo"/>
              </a:rPr>
              <a:t>(</a:t>
            </a:r>
            <a:r>
              <a:rPr lang="en-US" b="0" dirty="0">
                <a:solidFill>
                  <a:srgbClr val="E6D37A"/>
                </a:solidFill>
                <a:effectLst/>
                <a:latin typeface="Menlo"/>
              </a:rPr>
              <a:t>100</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E9AE7E"/>
                </a:solidFill>
                <a:effectLst/>
                <a:latin typeface="Menlo"/>
              </a:rPr>
              <a:t>try</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err="1">
                <a:solidFill>
                  <a:srgbClr val="F9FAFB"/>
                </a:solidFill>
                <a:effectLst/>
                <a:latin typeface="Menlo"/>
              </a:rPr>
              <a:t>account</a:t>
            </a:r>
            <a:r>
              <a:rPr lang="en-US" b="0" dirty="0" err="1">
                <a:solidFill>
                  <a:srgbClr val="E3EAF2"/>
                </a:solidFill>
                <a:effectLst/>
                <a:latin typeface="Menlo"/>
              </a:rPr>
              <a:t>.</a:t>
            </a:r>
            <a:r>
              <a:rPr lang="en-US" b="0" dirty="0" err="1">
                <a:solidFill>
                  <a:srgbClr val="F9FAFB"/>
                </a:solidFill>
                <a:effectLst/>
                <a:latin typeface="Menlo"/>
              </a:rPr>
              <a:t>withdraw</a:t>
            </a:r>
            <a:r>
              <a:rPr lang="en-US" b="0" dirty="0">
                <a:solidFill>
                  <a:srgbClr val="E3EAF2"/>
                </a:solidFill>
                <a:effectLst/>
                <a:latin typeface="Menlo"/>
              </a:rPr>
              <a:t>(</a:t>
            </a:r>
            <a:r>
              <a:rPr lang="en-US" b="0" dirty="0">
                <a:solidFill>
                  <a:srgbClr val="E6D37A"/>
                </a:solidFill>
                <a:effectLst/>
                <a:latin typeface="Menlo"/>
              </a:rPr>
              <a:t>150</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E9AE7E"/>
                </a:solidFill>
                <a:effectLst/>
                <a:latin typeface="Menlo"/>
              </a:rPr>
              <a:t>except</a:t>
            </a:r>
            <a:r>
              <a:rPr lang="en-US" b="0" dirty="0">
                <a:solidFill>
                  <a:srgbClr val="F9FAFB"/>
                </a:solidFill>
                <a:effectLst/>
                <a:latin typeface="Menlo"/>
              </a:rPr>
              <a:t> </a:t>
            </a:r>
            <a:r>
              <a:rPr lang="en-US" b="0" dirty="0" err="1">
                <a:solidFill>
                  <a:srgbClr val="F9FAFB"/>
                </a:solidFill>
                <a:effectLst/>
                <a:latin typeface="Menlo"/>
              </a:rPr>
              <a:t>InsufficientFundsError</a:t>
            </a:r>
            <a:r>
              <a:rPr lang="en-US" b="0" dirty="0">
                <a:solidFill>
                  <a:srgbClr val="F9FAFB"/>
                </a:solidFill>
                <a:effectLst/>
                <a:latin typeface="Menlo"/>
              </a:rPr>
              <a:t> </a:t>
            </a:r>
            <a:r>
              <a:rPr lang="en-US" b="0" dirty="0">
                <a:solidFill>
                  <a:srgbClr val="E9AE7E"/>
                </a:solidFill>
                <a:effectLst/>
                <a:latin typeface="Menlo"/>
              </a:rPr>
              <a:t>as</a:t>
            </a:r>
            <a:r>
              <a:rPr lang="en-US" b="0" dirty="0">
                <a:solidFill>
                  <a:srgbClr val="F9FAFB"/>
                </a:solidFill>
                <a:effectLst/>
                <a:latin typeface="Menlo"/>
              </a:rPr>
              <a:t> e</a:t>
            </a:r>
            <a:r>
              <a:rPr lang="en-US" b="0" dirty="0">
                <a:solidFill>
                  <a:srgbClr val="E3EAF2"/>
                </a:solidFill>
                <a:effectLst/>
                <a:latin typeface="Menlo"/>
              </a:rPr>
              <a:t>:</a:t>
            </a:r>
            <a:endParaRPr lang="en-US" b="0" dirty="0">
              <a:solidFill>
                <a:srgbClr val="F9FAFB"/>
              </a:solidFill>
              <a:effectLst/>
              <a:latin typeface="Menlo"/>
            </a:endParaRPr>
          </a:p>
          <a:p>
            <a:pPr algn="l" latinLnBrk="1">
              <a:buNone/>
            </a:pPr>
            <a:r>
              <a:rPr lang="en-US" b="0" dirty="0">
                <a:solidFill>
                  <a:srgbClr val="F9FAFB"/>
                </a:solidFill>
                <a:effectLst/>
                <a:latin typeface="Menlo"/>
              </a:rPr>
              <a:t>    </a:t>
            </a:r>
            <a:r>
              <a:rPr lang="en-US" b="0" dirty="0">
                <a:solidFill>
                  <a:srgbClr val="E9AE7E"/>
                </a:solidFill>
                <a:effectLst/>
                <a:latin typeface="Menlo"/>
              </a:rPr>
              <a:t>print</a:t>
            </a:r>
            <a:r>
              <a:rPr lang="en-US" b="0" dirty="0">
                <a:solidFill>
                  <a:srgbClr val="E3EAF2"/>
                </a:solidFill>
                <a:effectLst/>
                <a:latin typeface="Menlo"/>
              </a:rPr>
              <a:t>(</a:t>
            </a:r>
            <a:r>
              <a:rPr lang="en-US" b="0" dirty="0" err="1">
                <a:solidFill>
                  <a:srgbClr val="91D076"/>
                </a:solidFill>
                <a:effectLst/>
                <a:latin typeface="Menlo"/>
              </a:rPr>
              <a:t>f"Transaction</a:t>
            </a:r>
            <a:r>
              <a:rPr lang="en-US" b="0" dirty="0">
                <a:solidFill>
                  <a:srgbClr val="91D076"/>
                </a:solidFill>
                <a:effectLst/>
                <a:latin typeface="Menlo"/>
              </a:rPr>
              <a:t> failed: </a:t>
            </a:r>
            <a:r>
              <a:rPr lang="en-US" b="0" dirty="0">
                <a:solidFill>
                  <a:srgbClr val="E3EAF2"/>
                </a:solidFill>
                <a:effectLst/>
                <a:latin typeface="Menlo"/>
              </a:rPr>
              <a:t>{</a:t>
            </a:r>
            <a:r>
              <a:rPr lang="en-US" b="0" dirty="0">
                <a:solidFill>
                  <a:srgbClr val="F9FAFB"/>
                </a:solidFill>
                <a:effectLst/>
                <a:latin typeface="Menlo"/>
              </a:rPr>
              <a:t>e</a:t>
            </a:r>
            <a:r>
              <a:rPr lang="en-US" b="0" dirty="0">
                <a:solidFill>
                  <a:srgbClr val="E3EAF2"/>
                </a:solidFill>
                <a:effectLst/>
                <a:latin typeface="Menlo"/>
              </a:rPr>
              <a:t>}</a:t>
            </a:r>
            <a:r>
              <a:rPr lang="en-US" b="0" dirty="0">
                <a:solidFill>
                  <a:srgbClr val="91D076"/>
                </a:solidFill>
                <a:effectLst/>
                <a:latin typeface="Menlo"/>
              </a:rPr>
              <a:t>"</a:t>
            </a:r>
            <a:r>
              <a:rPr lang="en-US" b="0" dirty="0">
                <a:solidFill>
                  <a:srgbClr val="E3EAF2"/>
                </a:solidFill>
                <a:effectLst/>
                <a:latin typeface="Menlo"/>
              </a:rPr>
              <a:t>)</a:t>
            </a:r>
            <a:endParaRPr lang="en-US" b="0" dirty="0">
              <a:solidFill>
                <a:srgbClr val="F9FAFB"/>
              </a:solidFill>
              <a:effectLst/>
              <a:latin typeface="Menlo"/>
            </a:endParaRPr>
          </a:p>
        </p:txBody>
      </p:sp>
    </p:spTree>
    <p:extLst>
      <p:ext uri="{BB962C8B-B14F-4D97-AF65-F5344CB8AC3E}">
        <p14:creationId xmlns:p14="http://schemas.microsoft.com/office/powerpoint/2010/main" val="3604221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7E3B3655-6A5D-8010-8FD6-6BA9DD048BCE}"/>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B0FB0C0C-C1B4-6B43-E3A5-E426B2AA3301}"/>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02</a:t>
            </a:r>
            <a:endParaRPr dirty="0">
              <a:solidFill>
                <a:schemeClr val="lt2"/>
              </a:solidFill>
            </a:endParaRPr>
          </a:p>
        </p:txBody>
      </p:sp>
      <p:sp>
        <p:nvSpPr>
          <p:cNvPr id="764" name="Google Shape;764;p45">
            <a:extLst>
              <a:ext uri="{FF2B5EF4-FFF2-40B4-BE49-F238E27FC236}">
                <a16:creationId xmlns:a16="http://schemas.microsoft.com/office/drawing/2014/main" id="{50D48AE3-4C1F-638F-0E68-F179A38BEC2A}"/>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2 – Global &amp; Local Variables</a:t>
            </a:r>
            <a:br>
              <a:rPr lang="en-US" dirty="0"/>
            </a:br>
            <a:endParaRPr dirty="0"/>
          </a:p>
          <a:p>
            <a:pPr marL="0" indent="0">
              <a:buNone/>
            </a:pPr>
            <a:endParaRPr dirty="0"/>
          </a:p>
        </p:txBody>
      </p:sp>
      <p:grpSp>
        <p:nvGrpSpPr>
          <p:cNvPr id="765" name="Google Shape;765;p45">
            <a:extLst>
              <a:ext uri="{FF2B5EF4-FFF2-40B4-BE49-F238E27FC236}">
                <a16:creationId xmlns:a16="http://schemas.microsoft.com/office/drawing/2014/main" id="{47F3DF86-2911-3CA9-97FF-B2C7691BE6F0}"/>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3171C12C-7FCB-2036-ED04-B97303486E83}"/>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615EC668-D720-9AE7-AF10-9AB5D5A6BEB2}"/>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7E78A30F-5308-DE9C-7F70-5D23CF701BA2}"/>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3ED04E17-F1A5-9E32-40DF-F6962E79E0A4}"/>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2A74739D-4917-C562-FCBE-4FC4689A9708}"/>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1D2B8458-2A83-6881-ECC4-0DF8070B390B}"/>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F3170DFA-A68A-444A-F568-95F2C90B2F2A}"/>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C5DC060E-6A50-ACBE-3B83-3F86EA1F5F54}"/>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A5E473BA-82C6-FE6C-F707-5AF0B1A4825F}"/>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883C16B1-E4C9-2085-1D86-4499C625DF3F}"/>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D82DDE5C-E287-B147-3D53-0AF876678E25}"/>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4238F301-2E1D-0A0F-CB58-279C8131DE96}"/>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FBFB10B1-73D2-356D-9C03-8C7B9D579E65}"/>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FEE74FA1-407F-063A-29A7-A043E53E8AE7}"/>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27599E3B-FF27-DB45-D429-F152292D9474}"/>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94FB0575-8218-1867-593D-DDC652ADA83B}"/>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996BD517-7F27-2424-D797-D5E1725AA274}"/>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5B8AE69A-7EC7-2A1B-0E71-6D7430BEBAF0}"/>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E23834FE-808B-0848-98F7-6350E4A793F0}"/>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B1474C99-1D21-DB8D-6E5B-660B6B5B2621}"/>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A835AFBE-E0B1-6746-A31B-E70F5E6DC17C}"/>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6869FD2F-6CA9-4BDC-5A43-3EEA1EBC4234}"/>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5F35240D-DD09-F186-0FAF-592F1D9C896E}"/>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B7457FA2-117A-B3B0-FA71-875E994380E1}"/>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90F9F9FB-3F2E-D01E-A2DC-1F1DDB3A9A4F}"/>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052FFE9A-079C-3DF5-508C-7D3308D860A7}"/>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62393558-699E-B4DA-2574-1DC95A899314}"/>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F727C14E-CA42-29C5-0BDD-D520C2B537EF}"/>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52A7922C-CADB-62EE-B718-096D0A380E7F}"/>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304BB641-15A5-1437-2C99-8FCB56AF6DD9}"/>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18B77D65-B281-5BDD-5CF1-35DD8CBD496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43F2AD8D-57C3-0480-5598-CF0ABD4C759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762EB4F8-21B9-0B7B-2060-733CEB70D390}"/>
              </a:ext>
            </a:extLst>
          </p:cNvPr>
          <p:cNvPicPr>
            <a:picLocks noChangeAspect="1"/>
          </p:cNvPicPr>
          <p:nvPr/>
        </p:nvPicPr>
        <p:blipFill>
          <a:blip r:embed="rId3"/>
          <a:stretch>
            <a:fillRect/>
          </a:stretch>
        </p:blipFill>
        <p:spPr>
          <a:xfrm>
            <a:off x="3872207" y="2682363"/>
            <a:ext cx="7213551" cy="2888779"/>
          </a:xfrm>
          <a:prstGeom prst="rect">
            <a:avLst/>
          </a:prstGeom>
        </p:spPr>
      </p:pic>
    </p:spTree>
    <p:extLst>
      <p:ext uri="{BB962C8B-B14F-4D97-AF65-F5344CB8AC3E}">
        <p14:creationId xmlns:p14="http://schemas.microsoft.com/office/powerpoint/2010/main" val="2250068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3BD00F2B-9F0D-854C-DB31-E697BEC3B420}"/>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F5A8AB61-5BF0-84F0-2668-664A3535AFA9}"/>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03</a:t>
            </a:r>
            <a:endParaRPr dirty="0">
              <a:solidFill>
                <a:schemeClr val="lt2"/>
              </a:solidFill>
            </a:endParaRPr>
          </a:p>
        </p:txBody>
      </p:sp>
      <p:sp>
        <p:nvSpPr>
          <p:cNvPr id="764" name="Google Shape;764;p45">
            <a:extLst>
              <a:ext uri="{FF2B5EF4-FFF2-40B4-BE49-F238E27FC236}">
                <a16:creationId xmlns:a16="http://schemas.microsoft.com/office/drawing/2014/main" id="{BA3F09C0-D487-C71E-C906-D23811741551}"/>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3 – Lambda Expressions</a:t>
            </a:r>
            <a:endParaRPr dirty="0"/>
          </a:p>
          <a:p>
            <a:pPr marL="0" indent="0">
              <a:buNone/>
            </a:pPr>
            <a:endParaRPr dirty="0"/>
          </a:p>
        </p:txBody>
      </p:sp>
      <p:grpSp>
        <p:nvGrpSpPr>
          <p:cNvPr id="765" name="Google Shape;765;p45">
            <a:extLst>
              <a:ext uri="{FF2B5EF4-FFF2-40B4-BE49-F238E27FC236}">
                <a16:creationId xmlns:a16="http://schemas.microsoft.com/office/drawing/2014/main" id="{F1E28DBD-7D31-C4D5-6694-A952FB4E351F}"/>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179FA6AD-B42B-25F1-35DC-B5DF32C02AC7}"/>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721C8CE5-37D7-C37B-C08A-DAB8667966D3}"/>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366AF0D3-1CB4-3204-4006-6EB4A4A544D8}"/>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097D882B-DD25-BD03-9C3E-D0FAEC47E961}"/>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7FC4B741-1ED5-FFAF-B81B-33776EBF6B7D}"/>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7EB78945-E2FB-08CA-C368-4AAE331B9937}"/>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BACC0D0A-3B21-A100-271A-F9EDCD81CAA0}"/>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F5DE5EA5-E111-4776-DB89-CD94D41F79AA}"/>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C5C8F7E0-9C97-B0B6-C851-CC7362DC6168}"/>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4BA43B7A-6B4C-D952-443C-3BB99C9F0CA7}"/>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BF32F0CF-537E-F7D7-75DB-5712A9ECB33A}"/>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66C33EEC-74ED-F9B4-604D-6B6A0696D6FF}"/>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D637854B-B513-71FC-00FC-6F6622414321}"/>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FAAE6D2B-E54F-4470-6271-8DF7E6A08C8F}"/>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2D4A306E-8E28-9B9F-542B-3AAB90990574}"/>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4C48A41A-4264-E270-DC37-85AD3117262B}"/>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BA608BB5-12D9-CCA9-101C-F6718AFFFD56}"/>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3F401652-C247-D780-CADB-5C9B6FEAEB1B}"/>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0843D80F-9D9E-4797-E9DD-091CB9477D9B}"/>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6FBE8FFB-DB0D-9C46-67B7-EAF61A7DD441}"/>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3AAA1339-2F80-9EDF-2868-2BDE12B029C4}"/>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2AEC8552-0603-9AE6-2218-ACEE8BB929F5}"/>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2FB230CD-4DD0-9124-69D1-8F0E77627B88}"/>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8FED727E-EFF0-46E9-B08F-0FDD70AEF598}"/>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598A9C17-4BB3-1BF0-CADB-08ADD420F1BB}"/>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CD345793-412B-52FA-5D08-38C9A633E36B}"/>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F638B146-2B8E-4175-BF19-BFC541AE2FF8}"/>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D50EC84B-055D-A700-A077-131DF69248BC}"/>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69B6F1CA-B6D2-69C0-7F94-DFEC00D32C93}"/>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4D16E3D9-BE9F-E697-8C6B-405970BBD0D2}"/>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F02D22D9-1FD7-8BB4-E040-D752D5973FEB}"/>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949B34F1-61BD-B1F7-DB66-D4F972266A1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6" name="Picture 5">
            <a:extLst>
              <a:ext uri="{FF2B5EF4-FFF2-40B4-BE49-F238E27FC236}">
                <a16:creationId xmlns:a16="http://schemas.microsoft.com/office/drawing/2014/main" id="{006AB18F-052D-EBE9-B7B3-A8DCFE33B0B4}"/>
              </a:ext>
            </a:extLst>
          </p:cNvPr>
          <p:cNvPicPr>
            <a:picLocks noChangeAspect="1"/>
          </p:cNvPicPr>
          <p:nvPr/>
        </p:nvPicPr>
        <p:blipFill>
          <a:blip r:embed="rId3"/>
          <a:stretch>
            <a:fillRect/>
          </a:stretch>
        </p:blipFill>
        <p:spPr>
          <a:xfrm>
            <a:off x="3364340" y="3011064"/>
            <a:ext cx="8295865" cy="2157391"/>
          </a:xfrm>
          <a:prstGeom prst="rect">
            <a:avLst/>
          </a:prstGeom>
        </p:spPr>
      </p:pic>
    </p:spTree>
    <p:extLst>
      <p:ext uri="{BB962C8B-B14F-4D97-AF65-F5344CB8AC3E}">
        <p14:creationId xmlns:p14="http://schemas.microsoft.com/office/powerpoint/2010/main" val="623187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5E3B09EB-7A43-8931-5833-4B47D3569433}"/>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EFC77CF4-AF15-C83C-23FF-5027D4E4B7F6}"/>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04</a:t>
            </a:r>
            <a:endParaRPr dirty="0">
              <a:solidFill>
                <a:schemeClr val="lt2"/>
              </a:solidFill>
            </a:endParaRPr>
          </a:p>
        </p:txBody>
      </p:sp>
      <p:sp>
        <p:nvSpPr>
          <p:cNvPr id="764" name="Google Shape;764;p45">
            <a:extLst>
              <a:ext uri="{FF2B5EF4-FFF2-40B4-BE49-F238E27FC236}">
                <a16:creationId xmlns:a16="http://schemas.microsoft.com/office/drawing/2014/main" id="{5AC6D121-987F-BDBF-8DDD-23CD41E05106}"/>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4 – Map &amp; Filter</a:t>
            </a:r>
            <a:endParaRPr dirty="0"/>
          </a:p>
          <a:p>
            <a:pPr marL="0" indent="0">
              <a:buNone/>
            </a:pPr>
            <a:endParaRPr dirty="0"/>
          </a:p>
        </p:txBody>
      </p:sp>
      <p:grpSp>
        <p:nvGrpSpPr>
          <p:cNvPr id="765" name="Google Shape;765;p45">
            <a:extLst>
              <a:ext uri="{FF2B5EF4-FFF2-40B4-BE49-F238E27FC236}">
                <a16:creationId xmlns:a16="http://schemas.microsoft.com/office/drawing/2014/main" id="{7978C9CD-3AAD-206C-1269-8ED24A35F851}"/>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FC0BED25-8325-E19A-B0EC-70A6DE621D78}"/>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7477B42C-1F33-31D6-AC18-E622D6BE4C7E}"/>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FD3CCB80-FDF0-788A-AC11-32521DDADF16}"/>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F4B9CDD2-9F63-DA87-1C10-401A15584F4F}"/>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168B967A-4C5F-B3D1-A53B-5DF74ADE534E}"/>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C3BC5F3B-12B5-8EE5-CBC9-3167C4F88B3C}"/>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8204FCF9-DC77-5DD9-03C0-431F2D113A0C}"/>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426D284E-DF51-C8FE-682B-E8049A8C1BD9}"/>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1F451685-2F49-C820-FB9A-134D1D04234D}"/>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DAC75358-9ECA-C877-FF78-72267D3D9090}"/>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8400C357-BD29-D290-9E21-291855F5C0AF}"/>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8E2CA5EC-B0D6-6410-25F5-D28A2226F1EB}"/>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B008A617-DBA0-DD4E-D961-B707372404C4}"/>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DA0D351F-C9F7-8CB6-B819-3CDD36931BEF}"/>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4913B02E-AD37-9A7D-7027-73F7AAF5BE08}"/>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87660E83-BFD7-1C29-4C15-9DD6AB920702}"/>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0255FBE8-F283-2FBB-AEA2-C5A4F6D5D042}"/>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E6A065F3-9BA0-0A61-9036-AB5AAB0BF8BD}"/>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D9240359-5987-EEEF-DB5F-4EB787EE2517}"/>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BAD82393-8B0F-18C7-7E25-51BD9FE79DE7}"/>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2D13505D-D4BF-9C5A-43B4-5B14B2CDC171}"/>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3B4A2818-63E9-707B-E63B-978F085858E4}"/>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09AF4DAF-2C74-79FA-A52F-4F361C30D697}"/>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C2DE912F-4551-DDBC-BAEE-48380621C3BB}"/>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88E81969-4F55-08A7-439E-1FED1A74A24C}"/>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0AEE3B45-6B5D-FC45-4E32-5F6D200409C1}"/>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BB35B820-10F6-AE8E-AB8F-258CDC82DEE9}"/>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DDD69ED3-09BF-96C1-5C24-57366CF180AF}"/>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BFA24E4B-1E76-8BF5-A0AC-A6ED6648920F}"/>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A23CFD80-74B1-0E61-9E77-CD3313DEA3A8}"/>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0FA6DC93-6E3C-A467-CE4C-4B41D8084BCB}"/>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65192E60-8032-11AA-9214-2247835E84B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16700BFA-A686-2B24-D32F-BEC2964D287B}"/>
              </a:ext>
            </a:extLst>
          </p:cNvPr>
          <p:cNvPicPr>
            <a:picLocks noChangeAspect="1"/>
          </p:cNvPicPr>
          <p:nvPr/>
        </p:nvPicPr>
        <p:blipFill>
          <a:blip r:embed="rId3"/>
          <a:stretch>
            <a:fillRect/>
          </a:stretch>
        </p:blipFill>
        <p:spPr>
          <a:xfrm>
            <a:off x="3471683" y="2610248"/>
            <a:ext cx="8345065" cy="3258005"/>
          </a:xfrm>
          <a:prstGeom prst="rect">
            <a:avLst/>
          </a:prstGeom>
        </p:spPr>
      </p:pic>
    </p:spTree>
    <p:extLst>
      <p:ext uri="{BB962C8B-B14F-4D97-AF65-F5344CB8AC3E}">
        <p14:creationId xmlns:p14="http://schemas.microsoft.com/office/powerpoint/2010/main" val="3762772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5BAD1377-DD89-0E31-930D-8BA010B4DB25}"/>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C131EE27-2892-1271-E0B4-1A7BCAD9DCAF}"/>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05</a:t>
            </a:r>
            <a:endParaRPr dirty="0">
              <a:solidFill>
                <a:schemeClr val="lt2"/>
              </a:solidFill>
            </a:endParaRPr>
          </a:p>
        </p:txBody>
      </p:sp>
      <p:sp>
        <p:nvSpPr>
          <p:cNvPr id="764" name="Google Shape;764;p45">
            <a:extLst>
              <a:ext uri="{FF2B5EF4-FFF2-40B4-BE49-F238E27FC236}">
                <a16:creationId xmlns:a16="http://schemas.microsoft.com/office/drawing/2014/main" id="{E696F45F-3B02-5529-3A9C-E1BF4E5026AA}"/>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5 – Inner/Nested Functions</a:t>
            </a:r>
            <a:endParaRPr dirty="0"/>
          </a:p>
          <a:p>
            <a:pPr marL="0" indent="0">
              <a:buNone/>
            </a:pPr>
            <a:endParaRPr dirty="0"/>
          </a:p>
        </p:txBody>
      </p:sp>
      <p:grpSp>
        <p:nvGrpSpPr>
          <p:cNvPr id="765" name="Google Shape;765;p45">
            <a:extLst>
              <a:ext uri="{FF2B5EF4-FFF2-40B4-BE49-F238E27FC236}">
                <a16:creationId xmlns:a16="http://schemas.microsoft.com/office/drawing/2014/main" id="{DD46298C-0A67-BB8E-1361-1B525C505513}"/>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47BE56FA-2349-53AF-5763-1C18D94B3596}"/>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2DE72EFF-936F-9C0E-2FE0-63BFA8A55DD1}"/>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E7069D3A-3985-E86C-D3FB-65DC98A790DE}"/>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FBCC9C07-FFA2-7970-66F9-56CD244735C9}"/>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C35C0489-A1C9-3975-D7AE-8CEE537FC178}"/>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D8AE0615-2B1B-AF10-8B5C-801FC7C92923}"/>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AF9CF7E0-EA93-1B0D-BC58-99E9EB737582}"/>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DA9A4162-FDE4-F495-ED11-3CEB33E0109D}"/>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8869C3D2-EFF6-5069-4384-D40DC6114CDF}"/>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6EF9F075-0CEC-9FF0-88BE-6F048D1C5CCA}"/>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BC66A789-75F6-A93A-A81D-061FD346A2EA}"/>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2A014D6C-7BA6-E7F0-95DE-2E79D105A82E}"/>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4D690DFD-4E1B-AAC6-72B6-F8ED13D583EF}"/>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4EBE5712-05F0-7975-B40A-15F804CBE15B}"/>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21B5EBB7-1B4B-1906-D747-60BC44502E80}"/>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E032438D-DC16-BF54-F10C-E86A9EA2EA73}"/>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0322CD63-CBB9-BAA3-5E9F-5023208B5C0B}"/>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BE95AE05-5A9E-6B75-F85C-5E1026EC26DB}"/>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EF10145B-CC7E-EFC9-B467-6AA2D7CBB5B1}"/>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89F0C879-DD13-5652-6B2B-05E8CBD969C0}"/>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2698FECF-8901-4003-594B-1586C9F21233}"/>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03C164B2-099E-BC03-60F4-A24FC664761D}"/>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3FA27CE6-6301-5243-2971-DD3BFBC1FEAA}"/>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1040789B-A0C2-6FFB-4AC7-E127FECDC62A}"/>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A94920D9-55A9-8C7F-392F-A6DE210B78B5}"/>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C6861543-B28B-544B-5487-1B204B735A76}"/>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0E4654DE-4B33-1BD6-0898-C925F5C40D3B}"/>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60AF0098-8E6C-2A85-5CD8-F57E6A5240FC}"/>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829790A3-7786-CE2A-C09D-A65CFC8EC6FB}"/>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FDA7801F-3F48-23EC-4658-2B6378E82011}"/>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76A953A5-11AD-5FAE-EE2A-1BD57554249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F1D4A94C-BAE4-4BE9-1F82-CD0F5EF2F82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E7A57181-BA35-A49D-29E3-D96D8BA02D38}"/>
              </a:ext>
            </a:extLst>
          </p:cNvPr>
          <p:cNvPicPr>
            <a:picLocks noChangeAspect="1"/>
          </p:cNvPicPr>
          <p:nvPr/>
        </p:nvPicPr>
        <p:blipFill>
          <a:blip r:embed="rId3"/>
          <a:stretch>
            <a:fillRect/>
          </a:stretch>
        </p:blipFill>
        <p:spPr>
          <a:xfrm>
            <a:off x="3471683" y="2787949"/>
            <a:ext cx="8630102" cy="2755491"/>
          </a:xfrm>
          <a:prstGeom prst="rect">
            <a:avLst/>
          </a:prstGeom>
        </p:spPr>
      </p:pic>
    </p:spTree>
    <p:extLst>
      <p:ext uri="{BB962C8B-B14F-4D97-AF65-F5344CB8AC3E}">
        <p14:creationId xmlns:p14="http://schemas.microsoft.com/office/powerpoint/2010/main" val="3187081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05E107AC-F119-A4AD-EBF7-9D29975DA6EA}"/>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618438E5-F0C8-2357-D18E-09654CE236D2}"/>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06</a:t>
            </a:r>
            <a:endParaRPr dirty="0">
              <a:solidFill>
                <a:schemeClr val="lt2"/>
              </a:solidFill>
            </a:endParaRPr>
          </a:p>
        </p:txBody>
      </p:sp>
      <p:sp>
        <p:nvSpPr>
          <p:cNvPr id="764" name="Google Shape;764;p45">
            <a:extLst>
              <a:ext uri="{FF2B5EF4-FFF2-40B4-BE49-F238E27FC236}">
                <a16:creationId xmlns:a16="http://schemas.microsoft.com/office/drawing/2014/main" id="{7B1A8FA1-3C0B-5A00-3625-C7A16F4E1551}"/>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6 – File Handling</a:t>
            </a:r>
            <a:endParaRPr dirty="0"/>
          </a:p>
          <a:p>
            <a:pPr marL="0" indent="0">
              <a:buNone/>
            </a:pPr>
            <a:endParaRPr dirty="0"/>
          </a:p>
        </p:txBody>
      </p:sp>
      <p:grpSp>
        <p:nvGrpSpPr>
          <p:cNvPr id="765" name="Google Shape;765;p45">
            <a:extLst>
              <a:ext uri="{FF2B5EF4-FFF2-40B4-BE49-F238E27FC236}">
                <a16:creationId xmlns:a16="http://schemas.microsoft.com/office/drawing/2014/main" id="{1C2419A8-934B-79BA-4647-0A60BFC6A48F}"/>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7D9C79D7-50F8-EF66-02F2-E80B89A24D3C}"/>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F60A1DEA-BD60-3C95-E81F-BBA4C5D0E2D4}"/>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24E9226C-F714-AACA-B3D0-92E8F51B1D4D}"/>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15B3540C-7D69-D073-B52D-66ED6542EC6A}"/>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DF9C42E6-B042-CAD9-F71F-2F7AB928862C}"/>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B531122E-6A65-F3D2-0E27-FC17660DE0F5}"/>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8B770F35-5E31-8EE5-AAEF-2FF82C8F2202}"/>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FE423526-61B6-1575-38C3-8F94AEE096F6}"/>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6BC7C917-82E4-9792-6C4C-9F1BC80DB284}"/>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060CAF51-D788-0292-99E9-76F5443BACD0}"/>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8044D3D1-4036-93DE-6921-EAD7F2303730}"/>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D1C56D45-7B27-D2BD-400F-30927F7FADF5}"/>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7F02748F-6A38-B471-2B53-EF318E6E4CB1}"/>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814F3118-B6E2-EEF2-D5CB-B6C5EC31FA0E}"/>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1F4BF592-B88F-56C5-773A-FDECBAE3F1AF}"/>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7B5FBD35-17B5-4636-443C-C2D33B51C0D9}"/>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AA32099A-4C79-DAB2-A800-F1B063F60274}"/>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5554803B-7301-CAE5-AD2C-E0F78AE874F3}"/>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D2EFCEE5-E5CD-E6C7-F50D-E45013179E90}"/>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57CE609E-D20F-1D54-C6D0-82290EF1B9A3}"/>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50032AB6-C170-2BE6-6CA1-F194417086C5}"/>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16AAF5DB-5217-16FE-D356-2043A63879D8}"/>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169183C0-1114-0D0F-B355-2475323C681D}"/>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FBE1DF8B-799E-A4D7-4D8D-83A4CA7BC8AC}"/>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773D59D9-B8EA-4700-3188-FF58DBD32078}"/>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D40EF31E-9090-C183-7EFA-45F02C4A70B1}"/>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9FF65D7C-48B4-1FA2-FF43-E8A27C9A24A8}"/>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920EF7A6-B6EA-E615-BC7C-3D8AAFF37005}"/>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9212F16F-96DC-B851-8113-32DF5C66A2FE}"/>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FB18938F-B82D-7F3F-F062-0E5A136E3322}"/>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9E44F87B-D92C-EDB4-9BF6-09D149D7E359}"/>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521BBB42-F96C-69A5-73FB-4A7D774E5FFC}"/>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4" name="Picture 3">
            <a:extLst>
              <a:ext uri="{FF2B5EF4-FFF2-40B4-BE49-F238E27FC236}">
                <a16:creationId xmlns:a16="http://schemas.microsoft.com/office/drawing/2014/main" id="{9BB4A83E-8D4B-49C3-88F8-E826771131C3}"/>
              </a:ext>
            </a:extLst>
          </p:cNvPr>
          <p:cNvPicPr>
            <a:picLocks noChangeAspect="1"/>
          </p:cNvPicPr>
          <p:nvPr/>
        </p:nvPicPr>
        <p:blipFill>
          <a:blip r:embed="rId3"/>
          <a:stretch>
            <a:fillRect/>
          </a:stretch>
        </p:blipFill>
        <p:spPr>
          <a:xfrm>
            <a:off x="3565205" y="2611964"/>
            <a:ext cx="8468907" cy="3258005"/>
          </a:xfrm>
          <a:prstGeom prst="rect">
            <a:avLst/>
          </a:prstGeom>
        </p:spPr>
      </p:pic>
    </p:spTree>
    <p:extLst>
      <p:ext uri="{BB962C8B-B14F-4D97-AF65-F5344CB8AC3E}">
        <p14:creationId xmlns:p14="http://schemas.microsoft.com/office/powerpoint/2010/main" val="3608018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796040CD-2C4D-075F-32BA-8EE3E370C4F2}"/>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A22FDDA4-C478-8BFB-7A1E-682F6DC89241}"/>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07</a:t>
            </a:r>
            <a:endParaRPr dirty="0">
              <a:solidFill>
                <a:schemeClr val="lt2"/>
              </a:solidFill>
            </a:endParaRPr>
          </a:p>
        </p:txBody>
      </p:sp>
      <p:sp>
        <p:nvSpPr>
          <p:cNvPr id="764" name="Google Shape;764;p45">
            <a:extLst>
              <a:ext uri="{FF2B5EF4-FFF2-40B4-BE49-F238E27FC236}">
                <a16:creationId xmlns:a16="http://schemas.microsoft.com/office/drawing/2014/main" id="{CA6E4449-8FC5-B2C2-A640-601D34470022}"/>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7 – Exception Handling</a:t>
            </a:r>
            <a:endParaRPr dirty="0"/>
          </a:p>
          <a:p>
            <a:pPr marL="0" indent="0">
              <a:buNone/>
            </a:pPr>
            <a:endParaRPr dirty="0"/>
          </a:p>
        </p:txBody>
      </p:sp>
      <p:grpSp>
        <p:nvGrpSpPr>
          <p:cNvPr id="765" name="Google Shape;765;p45">
            <a:extLst>
              <a:ext uri="{FF2B5EF4-FFF2-40B4-BE49-F238E27FC236}">
                <a16:creationId xmlns:a16="http://schemas.microsoft.com/office/drawing/2014/main" id="{E08DF066-105F-D918-4723-EA53CFD502F1}"/>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DECA4B25-079A-0FCE-BC8C-58B06CAEE8CB}"/>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5E2329B7-0F48-78B2-8834-C265D079AEE7}"/>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127D1EFD-AF27-5D76-F2AB-4BEF374D2FAE}"/>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4585DAC1-41B0-1D27-1F02-95829A21AC76}"/>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81DF2C09-17C8-19AA-CB59-416EE6DC543A}"/>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B1F903D8-33C3-4F72-EFD0-FEEA922657C0}"/>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AACDBAE9-55E8-9A14-521A-03DE06DCC06B}"/>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6C78B1FE-E7AB-DCB2-9D18-847B572860D5}"/>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6B4341FA-8AA8-477B-8D6E-E456893FA5C1}"/>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48A67170-8979-8473-A0CE-CD9217AF772A}"/>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EBB80FAB-53BD-3EBF-E120-8EDCF8CC47C3}"/>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850DC785-8570-F48F-F2D3-B652E09AECC5}"/>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E5AAB559-D615-6037-9510-E29EB2B35D56}"/>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6EAEF5A7-F0FE-70AE-AA0A-44723A46A52C}"/>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16186239-0086-6E63-5FEE-B252863DFCE9}"/>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3E1F4D65-AEC9-048B-EE21-6EDE0C63EF62}"/>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35883487-0DBD-42ED-F4CA-C1273574423A}"/>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796511CD-B40B-1782-3677-028341E3025B}"/>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5C7768DA-1890-40C6-8C10-E82D267F249C}"/>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A619F344-385D-24D9-F9AE-933E7CD61A83}"/>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740A25A4-39B9-D5CC-82D1-08C3A7744B44}"/>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5DAAA790-F461-48F9-355E-4305EED46F45}"/>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34BA98CE-14FB-3DF8-A234-C8CFA05695AB}"/>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30430439-09BD-FE66-6870-443BE5E1A729}"/>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F59881E1-2DE3-9B1C-81FB-2CA60AD16200}"/>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D4781FD3-5409-492A-FA8D-52FB7B01E975}"/>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DC3411B1-1C94-A5F0-C7CE-9B7A49177ADB}"/>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79EB1DCE-B4C3-BC7C-6CE0-56BD6CDACAD8}"/>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BC9D501D-CDA3-C2BE-C9AB-B3CFAB77B8C3}"/>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8CBB35E4-C041-82A9-F07D-836E37410DA9}"/>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A75ED3BD-7843-14D2-1386-CA2341EBAC4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10AA4111-DA5E-422E-C149-081961136653}"/>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9911667F-BA8B-8218-848B-CB55AB1AF66D}"/>
              </a:ext>
            </a:extLst>
          </p:cNvPr>
          <p:cNvPicPr>
            <a:picLocks noChangeAspect="1"/>
          </p:cNvPicPr>
          <p:nvPr/>
        </p:nvPicPr>
        <p:blipFill>
          <a:blip r:embed="rId3"/>
          <a:stretch>
            <a:fillRect/>
          </a:stretch>
        </p:blipFill>
        <p:spPr>
          <a:xfrm>
            <a:off x="3565205" y="2507724"/>
            <a:ext cx="8069280" cy="3381257"/>
          </a:xfrm>
          <a:prstGeom prst="rect">
            <a:avLst/>
          </a:prstGeom>
        </p:spPr>
      </p:pic>
    </p:spTree>
    <p:extLst>
      <p:ext uri="{BB962C8B-B14F-4D97-AF65-F5344CB8AC3E}">
        <p14:creationId xmlns:p14="http://schemas.microsoft.com/office/powerpoint/2010/main" val="2307112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90979341-AE89-E22B-0D1F-1301D1300F62}"/>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A2A516C5-9A10-0271-E875-39883CEABC3B}"/>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08</a:t>
            </a:r>
            <a:endParaRPr dirty="0">
              <a:solidFill>
                <a:schemeClr val="lt2"/>
              </a:solidFill>
            </a:endParaRPr>
          </a:p>
        </p:txBody>
      </p:sp>
      <p:sp>
        <p:nvSpPr>
          <p:cNvPr id="764" name="Google Shape;764;p45">
            <a:extLst>
              <a:ext uri="{FF2B5EF4-FFF2-40B4-BE49-F238E27FC236}">
                <a16:creationId xmlns:a16="http://schemas.microsoft.com/office/drawing/2014/main" id="{39B22F3E-4AFB-E720-149D-0565228363C2}"/>
              </a:ext>
            </a:extLst>
          </p:cNvPr>
          <p:cNvSpPr txBox="1">
            <a:spLocks noGrp="1"/>
          </p:cNvSpPr>
          <p:nvPr>
            <p:ph type="subTitle" idx="1"/>
          </p:nvPr>
        </p:nvSpPr>
        <p:spPr>
          <a:xfrm>
            <a:off x="4319092"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8 – User-Defined Exception Handling</a:t>
            </a:r>
            <a:endParaRPr dirty="0"/>
          </a:p>
        </p:txBody>
      </p:sp>
      <p:grpSp>
        <p:nvGrpSpPr>
          <p:cNvPr id="765" name="Google Shape;765;p45">
            <a:extLst>
              <a:ext uri="{FF2B5EF4-FFF2-40B4-BE49-F238E27FC236}">
                <a16:creationId xmlns:a16="http://schemas.microsoft.com/office/drawing/2014/main" id="{52524268-BC72-36FE-4A7C-CB854B48FDC7}"/>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F2B513FD-3738-08F1-3511-2AA840DE0CE1}"/>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D3692879-05B2-5693-110C-B5AD73998460}"/>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138973A7-63F8-159C-38C9-132C7326D43F}"/>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3FE7AEDE-65D5-ECA2-C717-DA61D4B00B40}"/>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C57F641E-9574-60FE-303E-F97CF66753F7}"/>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DDBACC31-27AC-F613-FCEF-7C1376E005A5}"/>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E8EB7CFC-8C98-D05B-CAFC-72BC09E944E8}"/>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FEE448EA-7D7C-7F2C-1106-01F01EBEA3CA}"/>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D013800A-D47A-050A-167B-7D7353D45D5D}"/>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05BE4812-8A10-BEF1-1825-A4A9B4DE3142}"/>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8E8D5BA8-B4C1-4F85-BDD1-7B963293AFBA}"/>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30B1EDE3-489C-D715-64BC-E87C4DC2116D}"/>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C5FD0643-FD40-B2D8-E99E-A2E7E56C320F}"/>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C81CFE3D-C227-8025-C1D4-3D13365651F9}"/>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448FE889-F2AD-958B-5F04-74D3A3723D34}"/>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FAD89BA8-B2BC-5142-1C64-B512DA975693}"/>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E05AE32A-96A9-FAE3-8C20-D15965AB0365}"/>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87691344-5DC8-CA4C-DC58-9CD48298E1A2}"/>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C263C071-6F19-4D91-B59B-5781A95B2892}"/>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DDE6F2AB-5D47-3172-031E-5E27B977D363}"/>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514EAEE5-24C5-7D5A-A0D1-51991FC83300}"/>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3C21D0B3-3CA5-0385-F776-548CFBD3DDAC}"/>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7EE1589A-C627-C39C-BCE1-E3C931EB968E}"/>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7FAC05C9-6D84-F0E0-704E-0E73B562756A}"/>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90D37E2A-CF1B-4790-65C2-DA62576AF29C}"/>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94B12797-288F-D21E-8DE5-DFCFB942B4E8}"/>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034BA1E1-54A5-D34A-C60E-F0E2CC3249F1}"/>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F168B2AD-29E5-06A4-6C2C-8985EB4C091F}"/>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56C2E712-64F3-1EA6-F8B2-763EB028EC67}"/>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F8157D43-8DBE-8727-AA2C-539058108F7A}"/>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3083366B-867A-3351-C7A9-9CA3850AC86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B59E8367-51E1-A433-8CD2-623AC8DEE6B3}"/>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4" name="Picture 3">
            <a:extLst>
              <a:ext uri="{FF2B5EF4-FFF2-40B4-BE49-F238E27FC236}">
                <a16:creationId xmlns:a16="http://schemas.microsoft.com/office/drawing/2014/main" id="{E8EB5CC8-22C0-2633-5BD2-FC73358ECAD8}"/>
              </a:ext>
            </a:extLst>
          </p:cNvPr>
          <p:cNvPicPr>
            <a:picLocks noChangeAspect="1"/>
          </p:cNvPicPr>
          <p:nvPr/>
        </p:nvPicPr>
        <p:blipFill>
          <a:blip r:embed="rId3"/>
          <a:stretch>
            <a:fillRect/>
          </a:stretch>
        </p:blipFill>
        <p:spPr>
          <a:xfrm>
            <a:off x="4275415" y="2546834"/>
            <a:ext cx="6708154" cy="3799769"/>
          </a:xfrm>
          <a:prstGeom prst="rect">
            <a:avLst/>
          </a:prstGeom>
        </p:spPr>
      </p:pic>
    </p:spTree>
    <p:extLst>
      <p:ext uri="{BB962C8B-B14F-4D97-AF65-F5344CB8AC3E}">
        <p14:creationId xmlns:p14="http://schemas.microsoft.com/office/powerpoint/2010/main" val="3644168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5662781" y="748501"/>
            <a:ext cx="5544039" cy="706416"/>
          </a:xfrm>
          <a:prstGeom prst="rect">
            <a:avLst/>
          </a:prstGeom>
        </p:spPr>
        <p:txBody>
          <a:bodyPr spcFirstLastPara="1" wrap="square" lIns="121900" tIns="121900" rIns="121900" bIns="121900" anchor="b" anchorCtr="0">
            <a:noAutofit/>
          </a:bodyPr>
          <a:lstStyle/>
          <a:p>
            <a:pPr lvl="0"/>
            <a:r>
              <a:rPr lang="en-US" sz="1867" dirty="0"/>
              <a:t>Thank You for Your Focus Today!</a:t>
            </a:r>
            <a:endParaRPr sz="1867" dirty="0"/>
          </a:p>
        </p:txBody>
      </p:sp>
      <p:sp>
        <p:nvSpPr>
          <p:cNvPr id="353" name="Google Shape;353;p34"/>
          <p:cNvSpPr txBox="1">
            <a:spLocks noGrp="1"/>
          </p:cNvSpPr>
          <p:nvPr>
            <p:ph type="subTitle" idx="1"/>
          </p:nvPr>
        </p:nvSpPr>
        <p:spPr>
          <a:xfrm>
            <a:off x="5459796" y="4751364"/>
            <a:ext cx="5608000" cy="1740008"/>
          </a:xfrm>
          <a:prstGeom prst="rect">
            <a:avLst/>
          </a:prstGeom>
        </p:spPr>
        <p:txBody>
          <a:bodyPr spcFirstLastPara="1" wrap="square" lIns="121900" tIns="121900" rIns="121900" bIns="121900" anchor="t" anchorCtr="0">
            <a:noAutofit/>
          </a:bodyPr>
          <a:lstStyle/>
          <a:p>
            <a:pPr marL="0" indent="0"/>
            <a:r>
              <a:rPr lang="en-US" sz="1400" dirty="0"/>
              <a:t>Waleed Khan</a:t>
            </a:r>
            <a:br>
              <a:rPr lang="en-US" sz="1400" dirty="0"/>
            </a:br>
            <a:r>
              <a:rPr lang="en-US" sz="1400" dirty="0"/>
              <a:t>(</a:t>
            </a:r>
            <a:r>
              <a:rPr lang="en-US" sz="1200" dirty="0"/>
              <a:t>Robotics Engineer | Senior Python Developer)</a:t>
            </a:r>
            <a:br>
              <a:rPr lang="en-US" sz="1400" dirty="0"/>
            </a:br>
            <a:endParaRPr lang="en-US" sz="1400" dirty="0"/>
          </a:p>
          <a:p>
            <a:pPr marL="0" indent="0"/>
            <a:r>
              <a:rPr lang="en-US" sz="1400" dirty="0"/>
              <a:t>Email: 0xcloudcoder@gmail.com</a:t>
            </a:r>
            <a:br>
              <a:rPr lang="en-US" sz="1867" dirty="0"/>
            </a:br>
            <a:r>
              <a:rPr lang="en-US" sz="1400" dirty="0"/>
              <a:t>Contact: +923126008702</a:t>
            </a:r>
            <a:endParaRPr sz="1400" dirty="0"/>
          </a:p>
        </p:txBody>
      </p:sp>
      <p:sp>
        <p:nvSpPr>
          <p:cNvPr id="354" name="Google Shape;354;p34"/>
          <p:cNvSpPr txBox="1"/>
          <p:nvPr/>
        </p:nvSpPr>
        <p:spPr>
          <a:xfrm>
            <a:off x="11106533" y="5304433"/>
            <a:ext cx="692400" cy="1055600"/>
          </a:xfrm>
          <a:prstGeom prst="rect">
            <a:avLst/>
          </a:prstGeom>
          <a:noFill/>
          <a:ln>
            <a:noFill/>
          </a:ln>
        </p:spPr>
        <p:txBody>
          <a:bodyPr spcFirstLastPara="1" wrap="square" lIns="121900" tIns="121900" rIns="121900" bIns="121900" anchor="t" anchorCtr="0">
            <a:noAutofit/>
          </a:bodyPr>
          <a:lstStyle/>
          <a:p>
            <a:r>
              <a:rPr lang="en" sz="12800" dirty="0">
                <a:solidFill>
                  <a:schemeClr val="accent1"/>
                </a:solidFill>
                <a:latin typeface="Comfortaa"/>
                <a:ea typeface="Comfortaa"/>
                <a:cs typeface="Comfortaa"/>
                <a:sym typeface="Comfortaa"/>
              </a:rPr>
              <a:t>*</a:t>
            </a:r>
            <a:endParaRPr sz="12800" dirty="0">
              <a:solidFill>
                <a:schemeClr val="accent1"/>
              </a:solidFill>
              <a:latin typeface="Comfortaa"/>
              <a:ea typeface="Comfortaa"/>
              <a:cs typeface="Comfortaa"/>
              <a:sym typeface="Comfortaa"/>
            </a:endParaRPr>
          </a:p>
        </p:txBody>
      </p:sp>
      <p:grpSp>
        <p:nvGrpSpPr>
          <p:cNvPr id="355" name="Google Shape;355;p34"/>
          <p:cNvGrpSpPr/>
          <p:nvPr/>
        </p:nvGrpSpPr>
        <p:grpSpPr>
          <a:xfrm>
            <a:off x="447523" y="928585"/>
            <a:ext cx="3909392" cy="5210084"/>
            <a:chOff x="335642" y="696438"/>
            <a:chExt cx="2932044" cy="3907563"/>
          </a:xfrm>
        </p:grpSpPr>
        <p:sp>
          <p:nvSpPr>
            <p:cNvPr id="356" name="Google Shape;356;p34"/>
            <p:cNvSpPr/>
            <p:nvPr/>
          </p:nvSpPr>
          <p:spPr>
            <a:xfrm>
              <a:off x="335642" y="70501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57" name="Google Shape;357;p34"/>
            <p:cNvSpPr/>
            <p:nvPr/>
          </p:nvSpPr>
          <p:spPr>
            <a:xfrm>
              <a:off x="821967" y="696438"/>
              <a:ext cx="354933"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58" name="Google Shape;358;p34"/>
            <p:cNvSpPr/>
            <p:nvPr/>
          </p:nvSpPr>
          <p:spPr>
            <a:xfrm>
              <a:off x="335642" y="101723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59" name="Google Shape;359;p34"/>
            <p:cNvSpPr/>
            <p:nvPr/>
          </p:nvSpPr>
          <p:spPr>
            <a:xfrm>
              <a:off x="335642" y="1343950"/>
              <a:ext cx="354933"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0" name="Google Shape;360;p34"/>
            <p:cNvSpPr/>
            <p:nvPr/>
          </p:nvSpPr>
          <p:spPr>
            <a:xfrm>
              <a:off x="335642" y="1670688"/>
              <a:ext cx="354933"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61" name="Google Shape;361;p34"/>
            <p:cNvSpPr/>
            <p:nvPr/>
          </p:nvSpPr>
          <p:spPr>
            <a:xfrm>
              <a:off x="770496" y="1670688"/>
              <a:ext cx="45446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2" name="Google Shape;362;p34"/>
            <p:cNvSpPr/>
            <p:nvPr/>
          </p:nvSpPr>
          <p:spPr>
            <a:xfrm>
              <a:off x="1304877" y="167068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3" name="Google Shape;363;p34"/>
            <p:cNvSpPr/>
            <p:nvPr/>
          </p:nvSpPr>
          <p:spPr>
            <a:xfrm>
              <a:off x="335642" y="1981263"/>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64" name="Google Shape;364;p34"/>
            <p:cNvSpPr/>
            <p:nvPr/>
          </p:nvSpPr>
          <p:spPr>
            <a:xfrm>
              <a:off x="335642" y="2324113"/>
              <a:ext cx="32748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5" name="Google Shape;365;p34"/>
            <p:cNvSpPr/>
            <p:nvPr/>
          </p:nvSpPr>
          <p:spPr>
            <a:xfrm>
              <a:off x="335642" y="26330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6" name="Google Shape;366;p34"/>
            <p:cNvSpPr/>
            <p:nvPr/>
          </p:nvSpPr>
          <p:spPr>
            <a:xfrm>
              <a:off x="335642" y="2941963"/>
              <a:ext cx="327489"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7" name="Google Shape;367;p34"/>
            <p:cNvSpPr/>
            <p:nvPr/>
          </p:nvSpPr>
          <p:spPr>
            <a:xfrm>
              <a:off x="349364" y="37229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8" name="Google Shape;368;p34"/>
            <p:cNvSpPr/>
            <p:nvPr/>
          </p:nvSpPr>
          <p:spPr>
            <a:xfrm>
              <a:off x="770496" y="1981263"/>
              <a:ext cx="327489"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69" name="Google Shape;369;p34"/>
            <p:cNvSpPr/>
            <p:nvPr/>
          </p:nvSpPr>
          <p:spPr>
            <a:xfrm>
              <a:off x="731557" y="23241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0" name="Google Shape;370;p34"/>
            <p:cNvSpPr/>
            <p:nvPr/>
          </p:nvSpPr>
          <p:spPr>
            <a:xfrm>
              <a:off x="770496" y="2633038"/>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1" name="Google Shape;371;p34"/>
            <p:cNvSpPr/>
            <p:nvPr/>
          </p:nvSpPr>
          <p:spPr>
            <a:xfrm>
              <a:off x="770496" y="2958925"/>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2" name="Google Shape;372;p34"/>
            <p:cNvSpPr/>
            <p:nvPr/>
          </p:nvSpPr>
          <p:spPr>
            <a:xfrm>
              <a:off x="770496" y="3284813"/>
              <a:ext cx="32748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73" name="Google Shape;373;p34"/>
            <p:cNvSpPr/>
            <p:nvPr/>
          </p:nvSpPr>
          <p:spPr>
            <a:xfrm>
              <a:off x="1174186" y="1981263"/>
              <a:ext cx="63339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4" name="Google Shape;374;p34"/>
            <p:cNvSpPr/>
            <p:nvPr/>
          </p:nvSpPr>
          <p:spPr>
            <a:xfrm>
              <a:off x="1174186" y="2324113"/>
              <a:ext cx="88477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5" name="Google Shape;375;p34"/>
            <p:cNvSpPr/>
            <p:nvPr/>
          </p:nvSpPr>
          <p:spPr>
            <a:xfrm>
              <a:off x="1205349" y="2633038"/>
              <a:ext cx="1030037"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6" name="Google Shape;376;p34"/>
            <p:cNvSpPr/>
            <p:nvPr/>
          </p:nvSpPr>
          <p:spPr>
            <a:xfrm>
              <a:off x="1205349" y="2977538"/>
              <a:ext cx="1030037"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77" name="Google Shape;377;p34"/>
            <p:cNvSpPr/>
            <p:nvPr/>
          </p:nvSpPr>
          <p:spPr>
            <a:xfrm>
              <a:off x="1205349" y="3284813"/>
              <a:ext cx="1030037"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8" name="Google Shape;378;p34"/>
            <p:cNvSpPr/>
            <p:nvPr/>
          </p:nvSpPr>
          <p:spPr>
            <a:xfrm>
              <a:off x="1883777" y="1981263"/>
              <a:ext cx="57704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9" name="Google Shape;379;p34"/>
            <p:cNvSpPr/>
            <p:nvPr/>
          </p:nvSpPr>
          <p:spPr>
            <a:xfrm>
              <a:off x="2174096" y="2307150"/>
              <a:ext cx="57704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0" name="Google Shape;380;p34"/>
            <p:cNvSpPr/>
            <p:nvPr/>
          </p:nvSpPr>
          <p:spPr>
            <a:xfrm>
              <a:off x="2342750" y="263306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1" name="Google Shape;381;p34"/>
            <p:cNvSpPr/>
            <p:nvPr/>
          </p:nvSpPr>
          <p:spPr>
            <a:xfrm>
              <a:off x="2342750" y="3284863"/>
              <a:ext cx="354933"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2" name="Google Shape;382;p34"/>
            <p:cNvSpPr/>
            <p:nvPr/>
          </p:nvSpPr>
          <p:spPr>
            <a:xfrm>
              <a:off x="349364" y="3962013"/>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83" name="Google Shape;383;p34"/>
            <p:cNvSpPr/>
            <p:nvPr/>
          </p:nvSpPr>
          <p:spPr>
            <a:xfrm>
              <a:off x="731557" y="42455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84" name="Google Shape;384;p34"/>
            <p:cNvSpPr/>
            <p:nvPr/>
          </p:nvSpPr>
          <p:spPr>
            <a:xfrm>
              <a:off x="1224956" y="4245513"/>
              <a:ext cx="52434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85" name="Google Shape;385;p34"/>
            <p:cNvSpPr/>
            <p:nvPr/>
          </p:nvSpPr>
          <p:spPr>
            <a:xfrm>
              <a:off x="1883777" y="4245513"/>
              <a:ext cx="661931"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6" name="Google Shape;386;p34"/>
            <p:cNvSpPr/>
            <p:nvPr/>
          </p:nvSpPr>
          <p:spPr>
            <a:xfrm>
              <a:off x="2634075" y="4245513"/>
              <a:ext cx="241501"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87" name="Google Shape;387;p34"/>
            <p:cNvSpPr/>
            <p:nvPr/>
          </p:nvSpPr>
          <p:spPr>
            <a:xfrm>
              <a:off x="731557" y="4454038"/>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8" name="Google Shape;388;p34"/>
            <p:cNvSpPr/>
            <p:nvPr/>
          </p:nvSpPr>
          <p:spPr>
            <a:xfrm>
              <a:off x="1224956" y="4454038"/>
              <a:ext cx="83390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9" name="Google Shape;389;p34"/>
            <p:cNvSpPr/>
            <p:nvPr/>
          </p:nvSpPr>
          <p:spPr>
            <a:xfrm>
              <a:off x="2169156" y="4454038"/>
              <a:ext cx="354933"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90" name="Google Shape;390;p34"/>
            <p:cNvSpPr/>
            <p:nvPr/>
          </p:nvSpPr>
          <p:spPr>
            <a:xfrm>
              <a:off x="1250486" y="7083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1" name="Google Shape;391;p34"/>
            <p:cNvSpPr/>
            <p:nvPr/>
          </p:nvSpPr>
          <p:spPr>
            <a:xfrm>
              <a:off x="821986" y="10172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2" name="Google Shape;392;p34"/>
            <p:cNvSpPr/>
            <p:nvPr/>
          </p:nvSpPr>
          <p:spPr>
            <a:xfrm>
              <a:off x="1555286" y="10131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3" name="Google Shape;393;p34"/>
            <p:cNvSpPr/>
            <p:nvPr/>
          </p:nvSpPr>
          <p:spPr>
            <a:xfrm>
              <a:off x="821979" y="134398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4" name="Google Shape;394;p34"/>
            <p:cNvSpPr/>
            <p:nvPr/>
          </p:nvSpPr>
          <p:spPr>
            <a:xfrm>
              <a:off x="1739729" y="1668625"/>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5" name="Google Shape;395;p34"/>
            <p:cNvSpPr/>
            <p:nvPr/>
          </p:nvSpPr>
          <p:spPr>
            <a:xfrm>
              <a:off x="2342754" y="297753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6" name="Google Shape;396;p34"/>
            <p:cNvSpPr/>
            <p:nvPr/>
          </p:nvSpPr>
          <p:spPr>
            <a:xfrm>
              <a:off x="2537025" y="1981263"/>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7" name="Google Shape;397;p34"/>
            <p:cNvSpPr/>
            <p:nvPr/>
          </p:nvSpPr>
          <p:spPr>
            <a:xfrm>
              <a:off x="2805050" y="2633038"/>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8" name="Google Shape;398;p34"/>
            <p:cNvSpPr/>
            <p:nvPr/>
          </p:nvSpPr>
          <p:spPr>
            <a:xfrm>
              <a:off x="2634386" y="44561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9" name="Google Shape;399;p34"/>
            <p:cNvSpPr/>
            <p:nvPr/>
          </p:nvSpPr>
          <p:spPr>
            <a:xfrm>
              <a:off x="770511" y="39365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00" name="Google Shape;400;p34"/>
            <p:cNvSpPr/>
            <p:nvPr/>
          </p:nvSpPr>
          <p:spPr>
            <a:xfrm>
              <a:off x="770511" y="37064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01" name="Google Shape;401;p34"/>
          <p:cNvSpPr txBox="1"/>
          <p:nvPr/>
        </p:nvSpPr>
        <p:spPr>
          <a:xfrm>
            <a:off x="8854201" y="5162812"/>
            <a:ext cx="692400" cy="1161600"/>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AE2DD26-B17A-503C-A9CA-D2B6DDAE5AF0}"/>
              </a:ext>
            </a:extLst>
          </p:cNvPr>
          <p:cNvSpPr txBox="1"/>
          <p:nvPr/>
        </p:nvSpPr>
        <p:spPr>
          <a:xfrm>
            <a:off x="5387008" y="2407057"/>
            <a:ext cx="6411925" cy="2000548"/>
          </a:xfrm>
          <a:prstGeom prst="rect">
            <a:avLst/>
          </a:prstGeom>
          <a:noFill/>
        </p:spPr>
        <p:txBody>
          <a:bodyPr wrap="square" rtlCol="0">
            <a:spAutoFit/>
          </a:bodyPr>
          <a:lstStyle/>
          <a:p>
            <a:r>
              <a:rPr lang="en-US" sz="1600" dirty="0">
                <a:latin typeface="Source Code Pro" panose="020B0509030403020204" pitchFamily="49" charset="0"/>
                <a:ea typeface="Source Code Pro" panose="020B0509030403020204" pitchFamily="49" charset="0"/>
              </a:rPr>
              <a:t>What was the most </a:t>
            </a:r>
            <a:br>
              <a:rPr lang="en-US" sz="1600" dirty="0">
                <a:latin typeface="Source Code Pro" panose="020B0509030403020204" pitchFamily="49" charset="0"/>
                <a:ea typeface="Source Code Pro" panose="020B0509030403020204" pitchFamily="49" charset="0"/>
              </a:rPr>
            </a:br>
            <a:r>
              <a:rPr lang="en-US" sz="6000" dirty="0">
                <a:solidFill>
                  <a:schemeClr val="accent5">
                    <a:lumMod val="50000"/>
                  </a:schemeClr>
                </a:solidFill>
                <a:latin typeface="Source Code Pro" panose="020B0509030403020204" pitchFamily="49" charset="0"/>
                <a:ea typeface="Source Code Pro" panose="020B0509030403020204" pitchFamily="49" charset="0"/>
              </a:rPr>
              <a:t>confusing</a:t>
            </a:r>
            <a:r>
              <a:rPr lang="en-US" sz="1600" dirty="0">
                <a:latin typeface="Source Code Pro" panose="020B0509030403020204" pitchFamily="49" charset="0"/>
                <a:ea typeface="Source Code Pro" panose="020B0509030403020204" pitchFamily="49" charset="0"/>
              </a:rPr>
              <a:t> </a:t>
            </a:r>
            <a:br>
              <a:rPr lang="en-US" sz="1600" dirty="0">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part of today's lab?</a:t>
            </a:r>
            <a:br>
              <a:rPr lang="en-US" sz="1600" dirty="0">
                <a:latin typeface="Source Code Pro" panose="020B0509030403020204" pitchFamily="49" charset="0"/>
                <a:ea typeface="Source Code Pro" panose="020B0509030403020204" pitchFamily="49" charset="0"/>
              </a:rPr>
            </a:br>
            <a:br>
              <a:rPr lang="en-US" sz="1600" dirty="0">
                <a:latin typeface="Source Code Pro" panose="020B0509030403020204" pitchFamily="49" charset="0"/>
                <a:ea typeface="Source Code Pro" panose="020B0509030403020204" pitchFamily="49" charset="0"/>
              </a:rPr>
            </a:br>
            <a:endParaRPr lang="en-US" sz="1600" dirty="0">
              <a:latin typeface="Source Code Pro" panose="020B0509030403020204" pitchFamily="49" charset="0"/>
              <a:ea typeface="Source Code Pro" panose="020B0509030403020204" pitchFamily="49" charset="0"/>
            </a:endParaRPr>
          </a:p>
        </p:txBody>
      </p:sp>
    </p:spTree>
  </p:cSld>
  <p:clrMapOvr>
    <a:masterClrMapping/>
  </p:clrMapOvr>
</p:sld>
</file>

<file path=ppt/theme/theme1.xml><?xml version="1.0" encoding="utf-8"?>
<a:theme xmlns:a="http://schemas.openxmlformats.org/drawingml/2006/main" name="Introduction to Java Programming for High School by Slidesgo">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1425</Words>
  <Application>Microsoft Office PowerPoint</Application>
  <PresentationFormat>Widescreen</PresentationFormat>
  <Paragraphs>178</Paragraphs>
  <Slides>19</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Bebas Neue</vt:lpstr>
      <vt:lpstr>Calibri</vt:lpstr>
      <vt:lpstr>Comfortaa</vt:lpstr>
      <vt:lpstr>Fira Code</vt:lpstr>
      <vt:lpstr>Menlo</vt:lpstr>
      <vt:lpstr>Nunito Light</vt:lpstr>
      <vt:lpstr>PT Sans</vt:lpstr>
      <vt:lpstr>Source Code Pro</vt:lpstr>
      <vt:lpstr>Source Code Pro Medium</vt:lpstr>
      <vt:lpstr>Introduction to Java Programming for High School by Slidesgo</vt:lpstr>
      <vt:lpstr>Artificial Intelligence (Machine Learning &amp; Deep Learning)</vt:lpstr>
      <vt:lpstr>PowerPoint Presentation</vt:lpstr>
      <vt:lpstr>Contents of Day 6</vt:lpstr>
      <vt:lpstr>Today Objective - Functions &amp; Scope</vt:lpstr>
      <vt:lpstr>Core Concept (Definition &amp; Rules)</vt:lpstr>
      <vt:lpstr>Core Concept (Definition &amp; Rules)</vt:lpstr>
      <vt:lpstr>Core Concept (Definition &amp; Rules)</vt:lpstr>
      <vt:lpstr>Core Concept (Definition &amp; Rules)</vt:lpstr>
      <vt:lpstr>Core Concept (Definition &amp; Rules)</vt:lpstr>
      <vt:lpstr>Practical exercise 01</vt:lpstr>
      <vt:lpstr>Custom Exceptions practice </vt:lpstr>
      <vt:lpstr>Practical exercise 02</vt:lpstr>
      <vt:lpstr>Practical exercise 03</vt:lpstr>
      <vt:lpstr>Practical exercise 04</vt:lpstr>
      <vt:lpstr>Practical exercise 05</vt:lpstr>
      <vt:lpstr>Practical exercise 06</vt:lpstr>
      <vt:lpstr>Practical exercise 07</vt:lpstr>
      <vt:lpstr>Practical exercise 08</vt:lpstr>
      <vt:lpstr>Thank You for Your Focus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Mind</dc:creator>
  <cp:lastModifiedBy>joyiashab267@gmail.com</cp:lastModifiedBy>
  <cp:revision>35</cp:revision>
  <dcterms:created xsi:type="dcterms:W3CDTF">2026-02-23T17:51:07Z</dcterms:created>
  <dcterms:modified xsi:type="dcterms:W3CDTF">2026-04-18T07:55:40Z</dcterms:modified>
</cp:coreProperties>
</file>