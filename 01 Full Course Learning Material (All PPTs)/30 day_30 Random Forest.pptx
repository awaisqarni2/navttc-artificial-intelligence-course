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25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60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Random Forest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30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776340283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to Random Forest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Bagging - Bootstrap Aggregating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Bagging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trains multiple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different random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samples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the same data.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Create random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subsets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BY SAMPLING WITH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REPLACEMENT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(some rows repeat, some skip).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subset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trains a separate decision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majority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vote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(classification) or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average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(regression).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Simple rule: Many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weak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one strong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ensemble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Bagging Works - Reducing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overfits. It memorizes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the data.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Multiple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see different versions of the data.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When you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vote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cancels out.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signal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stays.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Lower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variance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higher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Analogy: One expert 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biased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Five experts voting =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truth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Bootstrap Sampling - With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Bootstrap = take N records,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randomly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pick N times, allow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repeats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(5 records):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Original: [1, 2, 3, 4, 5]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Sample 1: [1, 1, 3, 4, 4] ← row 1 twice, row 2 missing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Sample 2: [2, 3, 3, 5, 5] ← row 1 missing, row 3 twice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Sample 3: [1, 2, 4, 5, 5] ← row 3 missing, row 5 twice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trains its own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Some records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influence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certain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more.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Bagging Classification Example - Email Spam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Dataset: 1000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emails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(spam vs legit).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Create 3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bootstrap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samples (each 1000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emails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but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random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replacement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Sample 1 → Train Tree 1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Sample 2 → Train Tree 2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Sample 3 → Train Tree 3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email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arrives: Tree 1 says SPAM, Tree 2 says HAM, Tree 3 says SPAM.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Vote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2 say SPAM, 1 says HAM → Prediction: SPAM.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Random Forest - Bagging Plus Feature Randomness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Random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Forest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Bagging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random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selection at each split.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Bagging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sees random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records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Random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Forest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ALSO sees random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every split.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At root, consider only 3 random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At next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level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consider 3 different random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At leaves, consider yet different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Forces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diversity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More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diversity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lower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variance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Random Forest vs Bagging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Bagging (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Bootstrap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Aggregating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split on strongest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first (Age, Income).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similar → redundant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Random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Forest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forced to use different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1 uses Age, Tree 2 uses Income, Tree 3 uses Location.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diverse → complementary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Random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Forest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variance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&lt; Bagging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variance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Random Forest Algorithm in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1 to M (M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number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bootstrap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replacement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new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DecisionTree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for each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node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random_features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pick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random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subset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</a:t>
            </a:r>
            <a:r>
              <a:rPr sz="1400" b="1" dirty="0" err="1">
                <a:solidFill>
                  <a:srgbClr val="BD64B5"/>
                </a:solidFill>
                <a:latin typeface="Source Code Pro"/>
              </a:rPr>
              <a:t>best_split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find best split using ONLY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random_features</a:t>
            </a:r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split on </a:t>
            </a:r>
            <a:r>
              <a:rPr sz="1400" b="1" dirty="0" err="1">
                <a:solidFill>
                  <a:srgbClr val="BD64B5"/>
                </a:solidFill>
                <a:latin typeface="Source Code Pro"/>
              </a:rPr>
              <a:t>best_split</a:t>
            </a:r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b="1" dirty="0" err="1">
                <a:solidFill>
                  <a:srgbClr val="FD4A4A"/>
                </a:solidFill>
                <a:latin typeface="Source Code Pro"/>
              </a:rPr>
              <a:t>trees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.add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new_input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votes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[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[0].predict(),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[1].predict(), ...]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return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majority_vote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votes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Real-world Random Forest - Spam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10,000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emails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(spam vs legit).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Create 100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bootstrap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samples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build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At root: only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consider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features 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word_count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sender_domain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link_count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At next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level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only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consider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[attachment,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all_caps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exclamation_marks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At leaf: only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consider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time_sent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recipient_count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100 diverse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No single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dominates. Spam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robust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Bagging vs Random Forest vs Single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Single Tree: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train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Easy to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interpret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High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variance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(overfits)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Bagging: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Slower (M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Harder to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interpret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Lower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variance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better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accuracy</a:t>
            </a: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Random Forest: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Slower (M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randomness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Hardest to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interpret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Lowest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variance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best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natural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importance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Feature Importance in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Random Forest tells you which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matter most.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count how many times it's used in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splits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across 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weighted by how much it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improves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Features used frequently + in high-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impact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splits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high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importance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Low-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importance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can be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dropped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Saves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computation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When to Use Bagging vs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Bagging if: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You want simple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ensemble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Base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already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diverse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(neural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randomness doesn't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help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Random Forest if: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You want maximum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Data 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tabular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(structured, not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/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You need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importance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scores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Interpretability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medium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concern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Random Forest wins for most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problems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Hyperparameters - What You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n_estimators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Number of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(100, 500, 1000?). More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better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slower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max_depth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How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deep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grows (prevents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min_samples_split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Minimum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records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split 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(higher = more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conservative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max_features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Number of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consider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each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split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Usually sqrt(n) or log(n).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random_state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Seed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reproducibility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Always set it!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Out-of-Bag Error (OOB) - Free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bootstrap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sampling, ~37%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records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left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each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these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-of-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records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validate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without waiting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separate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test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OOB error estimates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performance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No need for train/test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split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Random Forest Pros and 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Excellent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tabular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Handles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missing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values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Computes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importance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Resistant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overfitting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Parallelizable (train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independently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Black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box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(hard to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interpret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Slow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inference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(100+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evaluate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Memory-hungry (stores all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trees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Not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ideal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high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Production Use - Hexora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Hexora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uses Random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Forest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classify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traffic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(Safe, DDoS,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Malware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Tabular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data (Req/sec, Payload, Error Rate, Ping)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Needs maximum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(security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critical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importance tells ops which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signals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matter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Fast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inference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(~1ms per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Easily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retrains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nightly on new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traffic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logs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98.5%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catches 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known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attacks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robust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1319</Words>
  <Application>Microsoft Office PowerPoint</Application>
  <PresentationFormat>Widescreen</PresentationFormat>
  <Paragraphs>197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30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joyiashab267@gmail.com</cp:lastModifiedBy>
  <cp:revision>33</cp:revision>
  <dcterms:created xsi:type="dcterms:W3CDTF">2026-03-05T18:59:57Z</dcterms:created>
  <dcterms:modified xsi:type="dcterms:W3CDTF">2026-04-19T14:20:35Z</dcterms:modified>
</cp:coreProperties>
</file>