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5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 err="1"/>
              <a:t>Gensim</a:t>
            </a:r>
            <a:r>
              <a:rPr lang="en-US" sz="1867" dirty="0"/>
              <a:t> in Python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>
                <a:solidFill>
                  <a:schemeClr val="accent4"/>
                </a:solidFill>
              </a:rPr>
              <a:t>of Week 9</a:t>
            </a:r>
            <a:br>
              <a:rPr lang="en">
                <a:solidFill>
                  <a:schemeClr val="accent4"/>
                </a:solidFill>
              </a:rPr>
            </a:b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165758514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err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Gensim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&amp; Custom Embedding 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Gensim?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Gensim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Python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library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topic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modeling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space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Specializes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efficiently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handling large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corpora without loading all data into memory.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Core focus: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embeddings,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document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vectors,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analysis.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Optimized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scalability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millions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documents. 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strength: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Handles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streaming data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-time updates seamlessly.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Essential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tool for NLP tasks requiring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semantic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Use Gensim?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Gensim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solves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memory bottlenecks in traditional NLP pipelines.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Processes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text corpora up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terabytes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without full loading.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Provides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ready-to-use implementations of Word2Vec, Doc2Vec, and more.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Automates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preprocessing steps like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tokenization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lowercasing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than custom TensorFlow/PyTorch embeddings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small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-scale tasks.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Ideal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researchers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needing rapid prototyping and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validation.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Gensim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Word2Vec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Trains word vectors from raw text data.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Doc2Vec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Generates document-level embeddings.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/>
              </a:rPr>
              <a:t>TF-IDF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Built-in vectorization with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normalization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options.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metrics: Cosine, Euclidean, and Jaccard distance calculations.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Streaming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support: Processes data in chunks via `Corpus` objects.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persistence: Saves trained models to disk for future use.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Custom Embedding Training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Define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corpus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structure using `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ListCorpus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` or `Text8Corpus`.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Specify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vector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dimensions (e.g., `size=300`).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Set critical parameters: `window=5`, `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min_count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=3`, `workers=4`.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Initialize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 with `Word2Vec(sentences=corpus, ...)` syntax.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Preprocess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text via `Tokenizer` to remove stop words and punctuation.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Ensure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data 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tokenized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correctly before training begins.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Key Training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/>
              </a:rPr>
              <a:t>window: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Controls context size (default=5). Larger = broader context.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 err="1">
                <a:solidFill>
                  <a:schemeClr val="accent1"/>
                </a:solidFill>
                <a:latin typeface="Source Code Pro"/>
              </a:rPr>
              <a:t>min_count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: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Ignores rare words (&lt;3 occurrences). Filters noise.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size: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Vector dimensionality (e.g., 100, 200, 300). Higher = more detail.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chemeClr val="accent4"/>
                </a:solidFill>
                <a:latin typeface="Source Code Pro"/>
              </a:rPr>
              <a:t>negative: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Noise samples for contrastive learning (default=5).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bg2"/>
                </a:solidFill>
                <a:latin typeface="Source Code Pro"/>
              </a:rPr>
              <a:t>sg: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Choose Skip-gram (`1`) or CBOW (`0`). Skip-gram captures rare words better.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Source Code Pro"/>
              </a:rPr>
              <a:t>workers: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Parallel processing threads (max CPU cores available).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Training Process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Load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preprocessed text data into 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Corpus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object.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Initialize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 with specified parameters.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 via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.train(corpus)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method.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Monitor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training progress using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epochs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loss metrics.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Validate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embeddings on held-out test data for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checks.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Save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final model to disk using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.save("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model.bin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")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Custom Embedding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Compute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cosine similarity between vectors (e.g., "king" - "man" + "woman").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Check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semantic relationships via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7E7E7"/>
                </a:solidFill>
                <a:latin typeface="Source Code Pro"/>
              </a:rPr>
              <a:t>model.wv.most_similar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(positive=["queen"]).  </a:t>
            </a:r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Assess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quality with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downstream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tasks like classification accuracy.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Compare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embeddings against pre-trained models (e.g.,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GloVe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Track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loss curves during training to detect overfitting.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Use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perplexity scores for probabilistic model evaluation.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Advanced Customization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Source Code Pro"/>
              </a:rPr>
              <a:t>Adjust </a:t>
            </a:r>
            <a:r>
              <a:rPr sz="1400" b="1" dirty="0">
                <a:latin typeface="Source Code Pro"/>
              </a:rPr>
              <a:t>alpha</a:t>
            </a:r>
            <a:r>
              <a:rPr sz="1400" dirty="0">
                <a:solidFill>
                  <a:schemeClr val="accent4">
                    <a:lumMod val="75000"/>
                  </a:schemeClr>
                </a:solidFill>
                <a:latin typeface="Source Code Pro"/>
              </a:rPr>
              <a:t>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(learning rate) for faster convergence or stability.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Enable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subsampling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via `sample=1e-3` to reduce frequent word influence.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Specify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hs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(hierarchical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for memory efficiency in large vocabularies.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Use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trim_rule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prune low-frequency words during training.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Implement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custom loss functions for specialized tasks.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Fine-tune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embeddings on domain-specific text corpora.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Practical Implementation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gensim.models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Word2Vec 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corpus = [["king", "queen"], ["dog", "cat"]] 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Word2Vec(sentences=corpus,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vector_size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=100, window=5) 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model.train(corpus,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total_examples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len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(corpus), epochs=5) 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print(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model.wv.most_similar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("king"))  # Output: [('queen', ...)] 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Customize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vector_size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match task needs (e.g., 256 for smaller datasets).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Adjust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epochs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based on convergence speed (e.g., 10-50 iterations).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Validate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embeddings using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semantic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analogies or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downstream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tasks.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Monitor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memory usage during training for resource constraints.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1"/>
                </a:solidFill>
                <a:latin typeface="Source Code Pro"/>
              </a:rPr>
              <a:t>Gensim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enables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efficient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custom embedding training without heavy infrastructure.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Critical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parameters like `window`, `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min_count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`, and `size` directly impact model quality.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Custom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embeddings outperform pre-trained models on domain-specific data.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requires careful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corpus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preprocessing and parameter tuning.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Evaluation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via similarity metrics ensures meaningful vector representations. 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Gensim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remains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go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-to library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scalable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NLP embedding tasks.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930</Words>
  <Application>Microsoft Office PowerPoint</Application>
  <PresentationFormat>Widescreen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Week 9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32</cp:revision>
  <dcterms:created xsi:type="dcterms:W3CDTF">2026-03-05T18:59:57Z</dcterms:created>
  <dcterms:modified xsi:type="dcterms:W3CDTF">2026-05-03T20:04:17Z</dcterms:modified>
</cp:coreProperties>
</file>